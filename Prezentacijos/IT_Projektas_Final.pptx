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9"/>
      <p:bold r:id="rId20"/>
      <p:italic r:id="rId21"/>
      <p:boldItalic r:id="rId22"/>
    </p:embeddedFont>
    <p:embeddedFont>
      <p:font typeface="IBM Plex Mono SemiBold" panose="020B0709050203000203" pitchFamily="49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Space Grotesk" panose="020B0604020202020204" charset="0"/>
      <p:regular r:id="rId35"/>
      <p:bold r:id="rId36"/>
    </p:embeddedFont>
    <p:embeddedFont>
      <p:font typeface="Space Grotesk Light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" name="Google Shape;10;p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28600" y="1854000"/>
            <a:ext cx="52578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28600" y="4483800"/>
            <a:ext cx="37890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6341100" y="1006750"/>
            <a:ext cx="2574000" cy="3908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and description">
  <p:cSld name="BLANK_1_1_1_1_2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0" name="Google Shape;20;p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" name="Google Shape;21;p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6193193" y="443975"/>
            <a:ext cx="21966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2"/>
          </p:nvPr>
        </p:nvSpPr>
        <p:spPr>
          <a:xfrm>
            <a:off x="6193193" y="925221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3"/>
          </p:nvPr>
        </p:nvSpPr>
        <p:spPr>
          <a:xfrm>
            <a:off x="6193193" y="1887713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4"/>
          </p:nvPr>
        </p:nvSpPr>
        <p:spPr>
          <a:xfrm>
            <a:off x="6193193" y="3331450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5"/>
          </p:nvPr>
        </p:nvSpPr>
        <p:spPr>
          <a:xfrm>
            <a:off x="6193193" y="2850204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6"/>
          </p:nvPr>
        </p:nvSpPr>
        <p:spPr>
          <a:xfrm>
            <a:off x="6193193" y="1406467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7"/>
          </p:nvPr>
        </p:nvSpPr>
        <p:spPr>
          <a:xfrm>
            <a:off x="6193193" y="2368958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8"/>
          </p:nvPr>
        </p:nvSpPr>
        <p:spPr>
          <a:xfrm>
            <a:off x="8462400" y="1887554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9"/>
          </p:nvPr>
        </p:nvSpPr>
        <p:spPr>
          <a:xfrm>
            <a:off x="8462400" y="924968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13"/>
          </p:nvPr>
        </p:nvSpPr>
        <p:spPr>
          <a:xfrm>
            <a:off x="8462400" y="2368846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title" idx="14"/>
          </p:nvPr>
        </p:nvSpPr>
        <p:spPr>
          <a:xfrm>
            <a:off x="8462400" y="2850139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15"/>
          </p:nvPr>
        </p:nvSpPr>
        <p:spPr>
          <a:xfrm>
            <a:off x="8462400" y="443975"/>
            <a:ext cx="453000" cy="31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16"/>
          </p:nvPr>
        </p:nvSpPr>
        <p:spPr>
          <a:xfrm>
            <a:off x="8462400" y="1406261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17"/>
          </p:nvPr>
        </p:nvSpPr>
        <p:spPr>
          <a:xfrm>
            <a:off x="8462400" y="3331432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8"/>
          </p:nvPr>
        </p:nvSpPr>
        <p:spPr>
          <a:xfrm>
            <a:off x="6189850" y="3812700"/>
            <a:ext cx="21966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19"/>
          </p:nvPr>
        </p:nvSpPr>
        <p:spPr>
          <a:xfrm>
            <a:off x="8462400" y="3812725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subTitle" idx="20"/>
          </p:nvPr>
        </p:nvSpPr>
        <p:spPr>
          <a:xfrm>
            <a:off x="3572100" y="443975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ubTitle" idx="21"/>
          </p:nvPr>
        </p:nvSpPr>
        <p:spPr>
          <a:xfrm>
            <a:off x="3572100" y="925221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22"/>
          </p:nvPr>
        </p:nvSpPr>
        <p:spPr>
          <a:xfrm>
            <a:off x="3572100" y="1406468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subTitle" idx="23"/>
          </p:nvPr>
        </p:nvSpPr>
        <p:spPr>
          <a:xfrm>
            <a:off x="3572100" y="1887714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subTitle" idx="24"/>
          </p:nvPr>
        </p:nvSpPr>
        <p:spPr>
          <a:xfrm>
            <a:off x="3572100" y="2368961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25"/>
          </p:nvPr>
        </p:nvSpPr>
        <p:spPr>
          <a:xfrm>
            <a:off x="3572100" y="2850207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ubTitle" idx="26"/>
          </p:nvPr>
        </p:nvSpPr>
        <p:spPr>
          <a:xfrm>
            <a:off x="3572100" y="3331454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27"/>
          </p:nvPr>
        </p:nvSpPr>
        <p:spPr>
          <a:xfrm>
            <a:off x="3572100" y="3812700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4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52" name="Google Shape;52;p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3" name="Google Shape;53;p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54" name="Google Shape;54;p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subTitle" idx="1"/>
          </p:nvPr>
        </p:nvSpPr>
        <p:spPr>
          <a:xfrm>
            <a:off x="3352800" y="2661750"/>
            <a:ext cx="5562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5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61" name="Google Shape;61;p5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8" name="Google Shape;68;p5"/>
          <p:cNvSpPr>
            <a:spLocks noGrp="1"/>
          </p:cNvSpPr>
          <p:nvPr>
            <p:ph type="pic" idx="3"/>
          </p:nvPr>
        </p:nvSpPr>
        <p:spPr>
          <a:xfrm>
            <a:off x="228600" y="1006750"/>
            <a:ext cx="2574000" cy="3908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6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1" name="Google Shape;71;p6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2" name="Google Shape;72;p6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73" name="Google Shape;73;p6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228597" y="2513700"/>
            <a:ext cx="35508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subTitle" idx="1"/>
          </p:nvPr>
        </p:nvSpPr>
        <p:spPr>
          <a:xfrm>
            <a:off x="4400375" y="2513700"/>
            <a:ext cx="4448100" cy="11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4400375" y="3978450"/>
            <a:ext cx="444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-GB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-GB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-GB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-GB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Freepik</a:t>
            </a:r>
            <a:r>
              <a:rPr lang="en-GB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i="0" u="sng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81" name="Google Shape;81;p7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2" name="Google Shape;82;p7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86" name="Google Shape;8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8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90" name="Google Shape;90;p8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1" name="Google Shape;91;p8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92" name="Google Shape;92;p8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95" name="Google Shape;95;p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8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0" name="Google Shape;100;p9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1" name="Google Shape;101;p9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02" name="Google Shape;102;p9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" name="Google Shape;103;p9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" name="Google Shape;104;p9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8" name="Google Shape;108;p10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9" name="Google Shape;109;p10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10" name="Google Shape;110;p10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" name="Google Shape;111;p10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" name="Google Shape;112;p10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13" name="Google Shape;113;p10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1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18" name="Google Shape;118;p1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9" name="Google Shape;119;p1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20" name="Google Shape;120;p1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1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1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23" name="Google Shape;12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28" name="Google Shape;128;p1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9" name="Google Shape;129;p1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30" name="Google Shape;130;p1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4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35" name="Google Shape;135;p1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6" name="Google Shape;136;p1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37" name="Google Shape;137;p1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" name="Google Shape;138;p1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98"/>
                  <a:buFont typeface="Arial"/>
                  <a:buNone/>
                </a:pPr>
                <a:endParaRPr sz="498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subTitle" idx="1"/>
          </p:nvPr>
        </p:nvSpPr>
        <p:spPr>
          <a:xfrm>
            <a:off x="228600" y="4483800"/>
            <a:ext cx="37890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Continue</a:t>
            </a:r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ctrTitle"/>
          </p:nvPr>
        </p:nvSpPr>
        <p:spPr>
          <a:xfrm>
            <a:off x="228600" y="1854000"/>
            <a:ext cx="52578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000"/>
              <a:t>Automobilių techninės apžiūros registras</a:t>
            </a:r>
            <a:endParaRPr sz="4000"/>
          </a:p>
        </p:txBody>
      </p:sp>
      <p:cxnSp>
        <p:nvCxnSpPr>
          <p:cNvPr id="146" name="Google Shape;146;p15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7" name="Google Shape;147;p15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148" name="Google Shape;148;p15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7554686" y="281400"/>
              <a:ext cx="1360716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51" name="Google Shape;151;p15"/>
          <p:cNvSpPr txBox="1"/>
          <p:nvPr/>
        </p:nvSpPr>
        <p:spPr>
          <a:xfrm rot="-5400000">
            <a:off x="7740350" y="356415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← &lt;github.com/Rencikas/techas_2025&gt;</a:t>
            </a:r>
            <a:endParaRPr sz="800" b="1" i="0" u="none" strike="noStrike" cap="non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52" name="Google Shape;152;p15" descr="A blue car on a road with green lin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6965" r="7639"/>
          <a:stretch/>
        </p:blipFill>
        <p:spPr>
          <a:xfrm>
            <a:off x="5072100" y="733690"/>
            <a:ext cx="3843000" cy="2352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/>
              <a:t>Trumpai</a:t>
            </a:r>
            <a:br>
              <a:rPr lang="en-GB"/>
            </a:br>
            <a:endParaRPr b="0"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1"/>
          </p:nvPr>
        </p:nvSpPr>
        <p:spPr>
          <a:xfrm>
            <a:off x="6193193" y="443975"/>
            <a:ext cx="21966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</a:pPr>
            <a:r>
              <a:rPr lang="en-GB"/>
              <a:t>Log-In Sistema</a:t>
            </a:r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2"/>
          </p:nvPr>
        </p:nvSpPr>
        <p:spPr>
          <a:xfrm>
            <a:off x="5192486" y="925221"/>
            <a:ext cx="3193707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</a:pPr>
            <a:r>
              <a:rPr lang="en-GB"/>
              <a:t>Auto registravimas</a:t>
            </a:r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3"/>
          </p:nvPr>
        </p:nvSpPr>
        <p:spPr>
          <a:xfrm>
            <a:off x="6193193" y="1887713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Filtravimo Sistema</a:t>
            </a:r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5"/>
          </p:nvPr>
        </p:nvSpPr>
        <p:spPr>
          <a:xfrm>
            <a:off x="6193193" y="2850204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Admin panel</a:t>
            </a:r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ubTitle" idx="6"/>
          </p:nvPr>
        </p:nvSpPr>
        <p:spPr>
          <a:xfrm>
            <a:off x="6193193" y="1406467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</a:pPr>
            <a:r>
              <a:rPr lang="en-GB"/>
              <a:t>Duomenų bazė</a:t>
            </a:r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7"/>
          </p:nvPr>
        </p:nvSpPr>
        <p:spPr>
          <a:xfrm>
            <a:off x="6193193" y="2368958"/>
            <a:ext cx="2193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Valdymas</a:t>
            </a:r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title" idx="8"/>
          </p:nvPr>
        </p:nvSpPr>
        <p:spPr>
          <a:xfrm>
            <a:off x="8462400" y="1887554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 idx="9"/>
          </p:nvPr>
        </p:nvSpPr>
        <p:spPr>
          <a:xfrm>
            <a:off x="8462400" y="924968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13"/>
          </p:nvPr>
        </p:nvSpPr>
        <p:spPr>
          <a:xfrm>
            <a:off x="8462400" y="2368846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14"/>
          </p:nvPr>
        </p:nvSpPr>
        <p:spPr>
          <a:xfrm>
            <a:off x="8462400" y="2850139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title" idx="15"/>
          </p:nvPr>
        </p:nvSpPr>
        <p:spPr>
          <a:xfrm>
            <a:off x="8462400" y="443975"/>
            <a:ext cx="453000" cy="31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title" idx="16"/>
          </p:nvPr>
        </p:nvSpPr>
        <p:spPr>
          <a:xfrm>
            <a:off x="8462400" y="1406261"/>
            <a:ext cx="453000" cy="31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/>
          </a:p>
        </p:txBody>
      </p:sp>
      <p:cxnSp>
        <p:nvCxnSpPr>
          <p:cNvPr id="170" name="Google Shape;170;p16"/>
          <p:cNvCxnSpPr/>
          <p:nvPr/>
        </p:nvCxnSpPr>
        <p:spPr>
          <a:xfrm>
            <a:off x="0" y="4914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16"/>
          <p:cNvSpPr txBox="1">
            <a:spLocks noGrp="1"/>
          </p:cNvSpPr>
          <p:nvPr>
            <p:ph type="subTitle" idx="20"/>
          </p:nvPr>
        </p:nvSpPr>
        <p:spPr>
          <a:xfrm>
            <a:off x="1849779" y="443675"/>
            <a:ext cx="3537086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Prisijungimai prie paskirų  (Darbuotoju, Admin)</a:t>
            </a:r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21"/>
          </p:nvPr>
        </p:nvSpPr>
        <p:spPr>
          <a:xfrm>
            <a:off x="1328058" y="910001"/>
            <a:ext cx="4058807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valst. nr, pavadinimas, spalva, kuras, kategorija</a:t>
            </a:r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22"/>
          </p:nvPr>
        </p:nvSpPr>
        <p:spPr>
          <a:xfrm>
            <a:off x="1981201" y="1391294"/>
            <a:ext cx="3405664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Duomenų bazė su paieškos funkcija </a:t>
            </a: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ubTitle" idx="23"/>
          </p:nvPr>
        </p:nvSpPr>
        <p:spPr>
          <a:xfrm>
            <a:off x="2765765" y="1872587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Duomenų bazė su filtravimu</a:t>
            </a:r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subTitle" idx="24"/>
          </p:nvPr>
        </p:nvSpPr>
        <p:spPr>
          <a:xfrm>
            <a:off x="2765765" y="2306167"/>
            <a:ext cx="2621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Tech apžiūros. valdymas.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25"/>
          </p:nvPr>
        </p:nvSpPr>
        <p:spPr>
          <a:xfrm>
            <a:off x="228600" y="2834814"/>
            <a:ext cx="5158265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/>
              <a:t>Administratoriaus langas kuriame bus galima matyt visus darbuotojus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 descr="A screen shot of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4039" y="339767"/>
            <a:ext cx="3408153" cy="466716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301698" y="470264"/>
            <a:ext cx="427030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Darbų</a:t>
            </a:r>
            <a:r>
              <a:rPr lang="en-GB" sz="4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45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Pasiskirstimas</a:t>
            </a:r>
            <a:endParaRPr dirty="0"/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118" y="2058623"/>
            <a:ext cx="4118882" cy="2745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Log-In Sistema</a:t>
            </a:r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01</a:t>
            </a:r>
            <a:endParaRPr/>
          </a:p>
        </p:txBody>
      </p:sp>
      <p:cxnSp>
        <p:nvCxnSpPr>
          <p:cNvPr id="190" name="Google Shape;190;p18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1" name="Google Shape;191;p18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192" name="Google Shape;192;p18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7456714" y="356818"/>
              <a:ext cx="1458688" cy="475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/>
            </a:p>
          </p:txBody>
        </p:sp>
      </p:grpSp>
      <p:sp>
        <p:nvSpPr>
          <p:cNvPr id="195" name="Google Shape;195;p18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  <p:pic>
        <p:nvPicPr>
          <p:cNvPr id="2" name="Google Shape;345;p32" title="futuristic-cityscape-with-glowing-lines.jpg">
            <a:extLst>
              <a:ext uri="{FF2B5EF4-FFF2-40B4-BE49-F238E27FC236}">
                <a16:creationId xmlns:a16="http://schemas.microsoft.com/office/drawing/2014/main" id="{7B3E51F6-8CD0-CEEB-1E26-BCC02E5CBCEF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/>
              <a:t>Log-In Sistema</a:t>
            </a: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1"/>
          </p:nvPr>
        </p:nvSpPr>
        <p:spPr>
          <a:xfrm>
            <a:off x="228599" y="2323882"/>
            <a:ext cx="8686802" cy="236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sz="1800" b="1" dirty="0"/>
              <a:t>Sign-Up - </a:t>
            </a:r>
            <a:r>
              <a:rPr lang="en-GB" sz="1800" b="1" dirty="0" err="1"/>
              <a:t>norint</a:t>
            </a:r>
            <a:r>
              <a:rPr lang="en-GB" sz="1800" b="1" dirty="0"/>
              <a:t> </a:t>
            </a:r>
            <a:r>
              <a:rPr lang="en-GB" sz="1800" b="1" dirty="0" err="1"/>
              <a:t>sukurti</a:t>
            </a:r>
            <a:r>
              <a:rPr lang="en-GB" sz="1800" b="1" dirty="0"/>
              <a:t> </a:t>
            </a:r>
            <a:r>
              <a:rPr lang="en-GB" sz="1800" b="1" dirty="0" err="1"/>
              <a:t>naują</a:t>
            </a:r>
            <a:r>
              <a:rPr lang="en-GB" sz="1800" b="1" dirty="0"/>
              <a:t> </a:t>
            </a:r>
            <a:r>
              <a:rPr lang="en-GB" sz="1800" b="1" dirty="0" err="1"/>
              <a:t>paskyra</a:t>
            </a:r>
            <a:endParaRPr sz="1800" b="1" dirty="0"/>
          </a:p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sz="1800" b="1" dirty="0"/>
              <a:t>Log-In - </a:t>
            </a:r>
            <a:r>
              <a:rPr lang="en-GB" sz="1800" b="1" dirty="0" err="1"/>
              <a:t>prisijungti</a:t>
            </a:r>
            <a:r>
              <a:rPr lang="en-GB" sz="1800" b="1" dirty="0"/>
              <a:t> </a:t>
            </a:r>
            <a:r>
              <a:rPr lang="en-GB" sz="1800" b="1" dirty="0" err="1"/>
              <a:t>su</a:t>
            </a:r>
            <a:r>
              <a:rPr lang="en-GB" sz="1800" b="1" dirty="0"/>
              <a:t> </a:t>
            </a:r>
            <a:r>
              <a:rPr lang="en-GB" sz="1800" b="1" dirty="0" err="1"/>
              <a:t>egzistuojančia</a:t>
            </a:r>
            <a:r>
              <a:rPr lang="en-GB" sz="1800" b="1" dirty="0"/>
              <a:t> </a:t>
            </a:r>
            <a:r>
              <a:rPr lang="en-GB" sz="1800" b="1" dirty="0" err="1"/>
              <a:t>paskyra</a:t>
            </a:r>
            <a:endParaRPr sz="1800" b="1" dirty="0"/>
          </a:p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sz="1800" b="1" dirty="0"/>
              <a:t>Exit - </a:t>
            </a:r>
            <a:r>
              <a:rPr lang="en-GB" sz="1800" b="1" dirty="0" err="1"/>
              <a:t>Išeiti</a:t>
            </a:r>
            <a:r>
              <a:rPr lang="en-GB" sz="1800" b="1" dirty="0"/>
              <a:t> </a:t>
            </a:r>
            <a:r>
              <a:rPr lang="en-GB" sz="1800" b="1" dirty="0" err="1"/>
              <a:t>ir</a:t>
            </a:r>
            <a:r>
              <a:rPr lang="en-GB" sz="1800" b="1" dirty="0"/>
              <a:t> </a:t>
            </a:r>
            <a:r>
              <a:rPr lang="en-GB" sz="1800" b="1" dirty="0" err="1"/>
              <a:t>uždaryti</a:t>
            </a:r>
            <a:r>
              <a:rPr lang="en-GB" sz="1800" b="1" dirty="0"/>
              <a:t> </a:t>
            </a:r>
            <a:r>
              <a:rPr lang="en-GB" sz="1800" b="1" dirty="0" err="1"/>
              <a:t>programa</a:t>
            </a:r>
            <a:endParaRPr dirty="0"/>
          </a:p>
        </p:txBody>
      </p:sp>
      <p:cxnSp>
        <p:nvCxnSpPr>
          <p:cNvPr id="202" name="Google Shape;202;p19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3" name="Google Shape;203;p19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04" name="Google Shape;204;p19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7456714" y="281400"/>
              <a:ext cx="1458688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3A5F0D5-DF84-0F72-99A8-1C9D461AE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52" y="2226901"/>
            <a:ext cx="3248478" cy="1581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title="futuristic-cityscape-with-glowing-lines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2802601" y="2883000"/>
            <a:ext cx="6112799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Auto registravimas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02</a:t>
            </a:r>
            <a:endParaRPr/>
          </a:p>
        </p:txBody>
      </p:sp>
      <p:cxnSp>
        <p:nvCxnSpPr>
          <p:cNvPr id="214" name="Google Shape;214;p20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5" name="Google Shape;215;p20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16" name="Google Shape;216;p20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7445829" y="281400"/>
              <a:ext cx="1469573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/>
            </a:p>
          </p:txBody>
        </p:sp>
      </p:grpSp>
      <p:sp>
        <p:nvSpPr>
          <p:cNvPr id="219" name="Google Shape;219;p20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3664528" y="374369"/>
            <a:ext cx="5704336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 dirty="0"/>
              <a:t>Auto </a:t>
            </a:r>
            <a:r>
              <a:rPr lang="en-GB" dirty="0" err="1"/>
              <a:t>registravimas</a:t>
            </a:r>
            <a:endParaRPr dirty="0"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1"/>
          </p:nvPr>
        </p:nvSpPr>
        <p:spPr>
          <a:xfrm>
            <a:off x="364671" y="3487522"/>
            <a:ext cx="8414657" cy="2019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• </a:t>
            </a:r>
            <a:r>
              <a:rPr lang="lt-LT" dirty="0"/>
              <a:t>Numeriai su tarpais ir be tarpo, taip pat numeriai privalo turėti bent vieną skaičių </a:t>
            </a:r>
            <a:br>
              <a:rPr lang="en-US" dirty="0"/>
            </a:br>
            <a:r>
              <a:rPr lang="en-US" dirty="0"/>
              <a:t>• </a:t>
            </a:r>
            <a:r>
              <a:rPr lang="lt-LT" dirty="0"/>
              <a:t>Pilnas markės ir kėbulo pavadinimo nurodymas </a:t>
            </a:r>
            <a:br>
              <a:rPr lang="en-US" dirty="0"/>
            </a:br>
            <a:r>
              <a:rPr lang="en-US" dirty="0"/>
              <a:t>• </a:t>
            </a:r>
            <a:r>
              <a:rPr lang="lt-LT" dirty="0"/>
              <a:t>Kuro pasirinkimas pagal nurodyta opcijos numerį </a:t>
            </a:r>
            <a:br>
              <a:rPr lang="en-US" dirty="0"/>
            </a:br>
            <a:r>
              <a:rPr lang="en-US" dirty="0"/>
              <a:t>• </a:t>
            </a:r>
            <a:r>
              <a:rPr lang="lt-LT" dirty="0"/>
              <a:t>Kategorijos pasirinkimas iš egzistuojančio sąrašo </a:t>
            </a:r>
            <a:br>
              <a:rPr lang="en-US" dirty="0"/>
            </a:br>
            <a:r>
              <a:rPr lang="en-US" dirty="0"/>
              <a:t>• </a:t>
            </a:r>
            <a:r>
              <a:rPr lang="lt-LT" dirty="0"/>
              <a:t>Galimybė perrašyti egzistuojančio auto informacija</a:t>
            </a:r>
            <a:endParaRPr sz="1400" dirty="0"/>
          </a:p>
        </p:txBody>
      </p:sp>
      <p:cxnSp>
        <p:nvCxnSpPr>
          <p:cNvPr id="226" name="Google Shape;226;p21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7" name="Google Shape;227;p21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28" name="Google Shape;228;p21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7674429" y="281400"/>
              <a:ext cx="1240973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85907CD-837C-3AB3-F7DB-1DC7B5460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38" y="1186389"/>
            <a:ext cx="4344681" cy="2158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title="futuristic-cityscape-with-glowing-lines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Duomenų bazė</a:t>
            </a:r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03</a:t>
            </a: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9" name="Google Shape;239;p22"/>
          <p:cNvGrpSpPr/>
          <p:nvPr/>
        </p:nvGrpSpPr>
        <p:grpSpPr>
          <a:xfrm>
            <a:off x="228598" y="228588"/>
            <a:ext cx="8686804" cy="175812"/>
            <a:chOff x="228598" y="228588"/>
            <a:chExt cx="8686804" cy="175812"/>
          </a:xfrm>
        </p:grpSpPr>
        <p:sp>
          <p:nvSpPr>
            <p:cNvPr id="240" name="Google Shape;240;p22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7647000" y="228588"/>
              <a:ext cx="1268402" cy="175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/>
            </a:p>
          </p:txBody>
        </p:sp>
      </p:grpSp>
      <p:sp>
        <p:nvSpPr>
          <p:cNvPr id="243" name="Google Shape;243;p22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>
            <a:spLocks noGrp="1"/>
          </p:cNvSpPr>
          <p:nvPr>
            <p:ph type="title"/>
          </p:nvPr>
        </p:nvSpPr>
        <p:spPr>
          <a:xfrm>
            <a:off x="228600" y="863250"/>
            <a:ext cx="5562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/>
              <a:t>Duomenų bazė</a:t>
            </a:r>
            <a:endParaRPr/>
          </a:p>
        </p:txBody>
      </p:sp>
      <p:sp>
        <p:nvSpPr>
          <p:cNvPr id="249" name="Google Shape;249;p23"/>
          <p:cNvSpPr txBox="1">
            <a:spLocks noGrp="1"/>
          </p:cNvSpPr>
          <p:nvPr>
            <p:ph type="subTitle" idx="1"/>
          </p:nvPr>
        </p:nvSpPr>
        <p:spPr>
          <a:xfrm>
            <a:off x="-234042" y="2100601"/>
            <a:ext cx="8458200" cy="193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lt-LT" sz="2000" b="1" dirty="0"/>
              <a:t>Galimybė išvesti norimą kiekį užregistruotų mašinų į ekraną</a:t>
            </a:r>
          </a:p>
        </p:txBody>
      </p:sp>
      <p:cxnSp>
        <p:nvCxnSpPr>
          <p:cNvPr id="250" name="Google Shape;250;p23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1" name="Google Shape;251;p23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52" name="Google Shape;252;p23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7532914" y="281400"/>
              <a:ext cx="1382488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BFC219A9-BD31-3A5E-619D-7A356F23DC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901520E-E944-7408-5DA2-77D7AA00F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31574449-0AB7-4CB1-E069-211C751BF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DD8766CE-919A-D759-8B45-7E9AF0F4D5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2876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DADCA4-DB78-FB87-D4D6-F5D2CFD25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73" y="2683299"/>
            <a:ext cx="8294255" cy="9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title="futuristic-cityscape-with-glowing-lines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>
            <a:spLocks noGrp="1"/>
          </p:cNvSpPr>
          <p:nvPr>
            <p:ph type="title"/>
          </p:nvPr>
        </p:nvSpPr>
        <p:spPr>
          <a:xfrm>
            <a:off x="3592286" y="2883000"/>
            <a:ext cx="5323114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Filtravimo Sistema</a:t>
            </a: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04</a:t>
            </a:r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63" name="Google Shape;263;p24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64" name="Google Shape;264;p24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7739743" y="281400"/>
              <a:ext cx="1175659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67" name="Google Shape;267;p24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228598" y="841591"/>
            <a:ext cx="5562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dirty="0" err="1"/>
              <a:t>Filtravimo</a:t>
            </a:r>
            <a:r>
              <a:rPr lang="en-GB" dirty="0"/>
              <a:t> Sistema</a:t>
            </a:r>
            <a:endParaRPr dirty="0"/>
          </a:p>
        </p:txBody>
      </p:sp>
      <p:sp>
        <p:nvSpPr>
          <p:cNvPr id="273" name="Google Shape;273;p25"/>
          <p:cNvSpPr txBox="1">
            <a:spLocks noGrp="1"/>
          </p:cNvSpPr>
          <p:nvPr>
            <p:ph type="subTitle" idx="1"/>
          </p:nvPr>
        </p:nvSpPr>
        <p:spPr>
          <a:xfrm>
            <a:off x="228598" y="1876788"/>
            <a:ext cx="7945581" cy="27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lt-LT" sz="1400" b="1" dirty="0"/>
              <a:t>Galimybė išfiltruoti tr.priemonės su galiojančia/negaliojančia TA bei papildomais filtrais</a:t>
            </a:r>
            <a:endParaRPr sz="1400" dirty="0"/>
          </a:p>
        </p:txBody>
      </p:sp>
      <p:cxnSp>
        <p:nvCxnSpPr>
          <p:cNvPr id="274" name="Google Shape;274;p25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75" name="Google Shape;275;p25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76" name="Google Shape;276;p25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7" name="Google Shape;277;p25"/>
            <p:cNvSpPr txBox="1"/>
            <p:nvPr/>
          </p:nvSpPr>
          <p:spPr>
            <a:xfrm>
              <a:off x="7565571" y="281400"/>
              <a:ext cx="1349831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E4B19E4-01CD-2C53-F08E-1379CFB41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47" y="2310328"/>
            <a:ext cx="7853271" cy="2185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 title="futuristic-cityscape-with-glowing-lines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>
            <a:spLocks noGrp="1"/>
          </p:cNvSpPr>
          <p:nvPr>
            <p:ph type="title"/>
          </p:nvPr>
        </p:nvSpPr>
        <p:spPr>
          <a:xfrm>
            <a:off x="2802601" y="2883000"/>
            <a:ext cx="6112799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Valdymas</a:t>
            </a:r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05</a:t>
            </a:r>
            <a:endParaRPr/>
          </a:p>
        </p:txBody>
      </p:sp>
      <p:cxnSp>
        <p:nvCxnSpPr>
          <p:cNvPr id="286" name="Google Shape;286;p26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7" name="Google Shape;287;p26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288" name="Google Shape;288;p26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9" name="Google Shape;289;p26"/>
            <p:cNvSpPr txBox="1"/>
            <p:nvPr/>
          </p:nvSpPr>
          <p:spPr>
            <a:xfrm>
              <a:off x="7647000" y="281400"/>
              <a:ext cx="1268402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0" name="Google Shape;290;p26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91" name="Google Shape;291;p26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228598" y="863249"/>
            <a:ext cx="7326086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/>
              <a:t>Valdymas</a:t>
            </a:r>
            <a:endParaRPr/>
          </a:p>
        </p:txBody>
      </p:sp>
      <p:sp>
        <p:nvSpPr>
          <p:cNvPr id="297" name="Google Shape;297;p27"/>
          <p:cNvSpPr txBox="1">
            <a:spLocks noGrp="1"/>
          </p:cNvSpPr>
          <p:nvPr>
            <p:ph type="subTitle" idx="1"/>
          </p:nvPr>
        </p:nvSpPr>
        <p:spPr>
          <a:xfrm>
            <a:off x="256706" y="1838395"/>
            <a:ext cx="8054538" cy="202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lt-LT" sz="1800" b="1" dirty="0"/>
              <a:t>Galimybė atnaujinti tr.priemonės TA datą arba redaguoti duomenis</a:t>
            </a:r>
            <a:endParaRPr sz="1400" dirty="0"/>
          </a:p>
        </p:txBody>
      </p:sp>
      <p:cxnSp>
        <p:nvCxnSpPr>
          <p:cNvPr id="298" name="Google Shape;298;p27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99" name="Google Shape;299;p27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00" name="Google Shape;300;p27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1" name="Google Shape;301;p27"/>
            <p:cNvSpPr txBox="1"/>
            <p:nvPr/>
          </p:nvSpPr>
          <p:spPr>
            <a:xfrm>
              <a:off x="7707086" y="281400"/>
              <a:ext cx="1208316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2" name="Google Shape;302;p27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2E5B501-5DA6-611B-20F5-080A2B80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8" y="2463425"/>
            <a:ext cx="8751455" cy="13163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8" title="futuristic-cityscape-with-glowing-lines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858" r="1858"/>
          <a:stretch/>
        </p:blipFill>
        <p:spPr>
          <a:xfrm>
            <a:off x="228600" y="1006750"/>
            <a:ext cx="2574001" cy="39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>
            <a:spLocks noGrp="1"/>
          </p:cNvSpPr>
          <p:nvPr>
            <p:ph type="title"/>
          </p:nvPr>
        </p:nvSpPr>
        <p:spPr>
          <a:xfrm>
            <a:off x="4572000" y="2883000"/>
            <a:ext cx="4343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dirty="0"/>
              <a:t>Admin </a:t>
            </a:r>
            <a:r>
              <a:rPr lang="en-GB" dirty="0" err="1"/>
              <a:t>panele</a:t>
            </a:r>
            <a:endParaRPr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06</a:t>
            </a:r>
            <a:endParaRPr/>
          </a:p>
        </p:txBody>
      </p:sp>
      <p:cxnSp>
        <p:nvCxnSpPr>
          <p:cNvPr id="310" name="Google Shape;310;p28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1" name="Google Shape;311;p28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12" name="Google Shape;312;p28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3" name="Google Shape;313;p28"/>
            <p:cNvSpPr txBox="1"/>
            <p:nvPr/>
          </p:nvSpPr>
          <p:spPr>
            <a:xfrm>
              <a:off x="7282543" y="281400"/>
              <a:ext cx="1632859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4" name="Google Shape;314;p28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315" name="Google Shape;315;p28"/>
          <p:cNvSpPr txBox="1"/>
          <p:nvPr/>
        </p:nvSpPr>
        <p:spPr>
          <a:xfrm rot="-5400000">
            <a:off x="1627650" y="223450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>
            <a:spLocks noGrp="1"/>
          </p:cNvSpPr>
          <p:nvPr>
            <p:ph type="title"/>
          </p:nvPr>
        </p:nvSpPr>
        <p:spPr>
          <a:xfrm>
            <a:off x="4371108" y="641577"/>
            <a:ext cx="3973947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dirty="0"/>
              <a:t>Admin </a:t>
            </a:r>
            <a:r>
              <a:rPr lang="en-GB" dirty="0" err="1"/>
              <a:t>panele</a:t>
            </a:r>
            <a:endParaRPr dirty="0"/>
          </a:p>
        </p:txBody>
      </p:sp>
      <p:sp>
        <p:nvSpPr>
          <p:cNvPr id="321" name="Google Shape;321;p29"/>
          <p:cNvSpPr txBox="1">
            <a:spLocks noGrp="1"/>
          </p:cNvSpPr>
          <p:nvPr>
            <p:ph type="subTitle" idx="1"/>
          </p:nvPr>
        </p:nvSpPr>
        <p:spPr>
          <a:xfrm>
            <a:off x="2807855" y="1787437"/>
            <a:ext cx="6229925" cy="24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sz="1400" dirty="0" err="1"/>
              <a:t>Peržiūrėti</a:t>
            </a:r>
            <a:r>
              <a:rPr lang="en-GB" sz="1400" dirty="0"/>
              <a:t> </a:t>
            </a:r>
            <a:r>
              <a:rPr lang="en-GB" sz="1400" dirty="0" err="1"/>
              <a:t>visų</a:t>
            </a:r>
            <a:r>
              <a:rPr lang="en-GB" sz="1400" dirty="0"/>
              <a:t> </a:t>
            </a:r>
            <a:r>
              <a:rPr lang="en-GB" sz="1400" dirty="0" err="1"/>
              <a:t>sistemos</a:t>
            </a:r>
            <a:r>
              <a:rPr lang="en-GB" sz="1400" dirty="0"/>
              <a:t> </a:t>
            </a:r>
            <a:r>
              <a:rPr lang="en-GB" sz="1400" dirty="0" err="1"/>
              <a:t>darbuotojų</a:t>
            </a:r>
            <a:r>
              <a:rPr lang="en-GB" sz="1400" dirty="0"/>
              <a:t> (User </a:t>
            </a:r>
            <a:r>
              <a:rPr lang="en-GB" sz="1400" dirty="0" err="1"/>
              <a:t>paskyrų</a:t>
            </a:r>
            <a:r>
              <a:rPr lang="en-GB" sz="1400" dirty="0"/>
              <a:t>) </a:t>
            </a:r>
            <a:r>
              <a:rPr lang="en-GB" sz="1400" dirty="0" err="1"/>
              <a:t>informaciją</a:t>
            </a:r>
            <a:r>
              <a:rPr lang="en-GB" sz="1400" dirty="0"/>
              <a:t>.</a:t>
            </a:r>
            <a:endParaRPr dirty="0"/>
          </a:p>
          <a:p>
            <a:pPr marL="457200" lvl="0" indent="-3175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sz="1400" dirty="0" err="1"/>
              <a:t>Registravimas</a:t>
            </a:r>
            <a:r>
              <a:rPr lang="en-GB" sz="1400" dirty="0"/>
              <a:t> </a:t>
            </a:r>
            <a:r>
              <a:rPr lang="lt-LT" sz="1400" dirty="0"/>
              <a:t>naujų paskyrų ir šalinimas esamų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• </a:t>
            </a:r>
            <a:r>
              <a:rPr lang="en-GB" sz="1400" dirty="0" err="1"/>
              <a:t>Prisijungimo</a:t>
            </a:r>
            <a:r>
              <a:rPr lang="en-GB" sz="1400" dirty="0"/>
              <a:t> </a:t>
            </a:r>
            <a:r>
              <a:rPr lang="en-GB" sz="1400" dirty="0" err="1"/>
              <a:t>duomenys</a:t>
            </a:r>
            <a:r>
              <a:rPr lang="en-GB" sz="1400" dirty="0"/>
              <a:t> </a:t>
            </a:r>
            <a:r>
              <a:rPr lang="en-GB" sz="1400" dirty="0" err="1"/>
              <a:t>yra</a:t>
            </a:r>
            <a:r>
              <a:rPr lang="en-GB" sz="1400" dirty="0"/>
              <a:t> </a:t>
            </a:r>
            <a:r>
              <a:rPr lang="lt-LT" sz="1400" dirty="0"/>
              <a:t>užšifruojami.</a:t>
            </a:r>
            <a:endParaRPr dirty="0"/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cxnSp>
        <p:nvCxnSpPr>
          <p:cNvPr id="322" name="Google Shape;322;p29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23" name="Google Shape;323;p29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24" name="Google Shape;324;p29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5" name="Google Shape;325;p29"/>
            <p:cNvSpPr txBox="1"/>
            <p:nvPr/>
          </p:nvSpPr>
          <p:spPr>
            <a:xfrm>
              <a:off x="7434943" y="281400"/>
              <a:ext cx="1480459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6" name="Google Shape;326;p29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DB256A2-C931-F9D4-8E54-69AABA62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0" y="845128"/>
            <a:ext cx="3186543" cy="37626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1" name="Google Shape;331;p30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32" name="Google Shape;332;p30"/>
          <p:cNvGrpSpPr/>
          <p:nvPr/>
        </p:nvGrpSpPr>
        <p:grpSpPr>
          <a:xfrm>
            <a:off x="228598" y="281400"/>
            <a:ext cx="8686804" cy="123000"/>
            <a:chOff x="228598" y="281400"/>
            <a:chExt cx="8686804" cy="123000"/>
          </a:xfrm>
        </p:grpSpPr>
        <p:sp>
          <p:nvSpPr>
            <p:cNvPr id="333" name="Google Shape;333;p30"/>
            <p:cNvSpPr txBox="1"/>
            <p:nvPr/>
          </p:nvSpPr>
          <p:spPr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Liudvikas Kadys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4" name="Google Shape;334;p30"/>
            <p:cNvSpPr txBox="1"/>
            <p:nvPr/>
          </p:nvSpPr>
          <p:spPr>
            <a:xfrm>
              <a:off x="7522029" y="281400"/>
              <a:ext cx="1393373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Kristijonas Bukavickas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5" name="Google Shape;335;p30"/>
            <p:cNvSpPr txBox="1"/>
            <p:nvPr/>
          </p:nvSpPr>
          <p:spPr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Nedas Miliūnas</a:t>
              </a:r>
              <a:endParaRPr sz="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336" name="Google Shape;336;p30"/>
          <p:cNvSpPr txBox="1">
            <a:spLocks noGrp="1"/>
          </p:cNvSpPr>
          <p:nvPr>
            <p:ph type="title"/>
          </p:nvPr>
        </p:nvSpPr>
        <p:spPr>
          <a:xfrm>
            <a:off x="228598" y="753428"/>
            <a:ext cx="4843502" cy="410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6000"/>
              <a:t>Nedas</a:t>
            </a:r>
            <a:br>
              <a:rPr lang="en-GB" sz="6000"/>
            </a:br>
            <a:r>
              <a:rPr lang="en-GB" sz="6000"/>
              <a:t>Kristijonas</a:t>
            </a:r>
            <a:br>
              <a:rPr lang="en-GB" sz="6000"/>
            </a:br>
            <a:r>
              <a:rPr lang="en-GB" sz="6000"/>
              <a:t>Liudvikas</a:t>
            </a:r>
            <a:endParaRPr sz="6000"/>
          </a:p>
        </p:txBody>
      </p:sp>
      <p:sp>
        <p:nvSpPr>
          <p:cNvPr id="337" name="Google Shape;337;p30"/>
          <p:cNvSpPr txBox="1"/>
          <p:nvPr/>
        </p:nvSpPr>
        <p:spPr>
          <a:xfrm>
            <a:off x="6113975" y="4761000"/>
            <a:ext cx="2658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&lt;github.com/Rencikas/techas_2025&gt;</a:t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4726454" y="3688500"/>
            <a:ext cx="4188947" cy="914400"/>
          </a:xfrm>
          <a:prstGeom prst="rect">
            <a:avLst/>
          </a:prstGeom>
          <a:solidFill>
            <a:srgbClr val="090E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30" descr="A close-up of a keyboar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6454" y="859999"/>
            <a:ext cx="4188947" cy="333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392</Words>
  <Application>Microsoft Office PowerPoint</Application>
  <PresentationFormat>On-screen Show (16:9)</PresentationFormat>
  <Paragraphs>100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Lato</vt:lpstr>
      <vt:lpstr>Darker Grotesque SemiBold</vt:lpstr>
      <vt:lpstr>Space Grotesk Light</vt:lpstr>
      <vt:lpstr>IBM Plex Mono SemiBold</vt:lpstr>
      <vt:lpstr>Roboto</vt:lpstr>
      <vt:lpstr>Arial</vt:lpstr>
      <vt:lpstr>IBM Plex Mono</vt:lpstr>
      <vt:lpstr>Space Grotesk</vt:lpstr>
      <vt:lpstr>Mastering Code by Slidesgo</vt:lpstr>
      <vt:lpstr>Automobilių techninės apžiūros registras</vt:lpstr>
      <vt:lpstr>Trumpai </vt:lpstr>
      <vt:lpstr>PowerPoint Presentation</vt:lpstr>
      <vt:lpstr>Log-In Sistema</vt:lpstr>
      <vt:lpstr>Log-In Sistema</vt:lpstr>
      <vt:lpstr>Auto registravimas</vt:lpstr>
      <vt:lpstr>Auto registravimas</vt:lpstr>
      <vt:lpstr>Duomenų bazė</vt:lpstr>
      <vt:lpstr>Duomenų bazė</vt:lpstr>
      <vt:lpstr>Filtravimo Sistema</vt:lpstr>
      <vt:lpstr>Filtravimo Sistema</vt:lpstr>
      <vt:lpstr>Valdymas</vt:lpstr>
      <vt:lpstr>Valdymas</vt:lpstr>
      <vt:lpstr>Admin panele</vt:lpstr>
      <vt:lpstr>Admin panele</vt:lpstr>
      <vt:lpstr>Nedas Kristijonas Liudvikas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Liudvikas Kadys</cp:lastModifiedBy>
  <cp:revision>2</cp:revision>
  <dcterms:modified xsi:type="dcterms:W3CDTF">2025-12-16T22:21:47Z</dcterms:modified>
</cp:coreProperties>
</file>