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5143500" cx="9144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Lato"/>
      <p:regular r:id="rId25"/>
      <p:bold r:id="rId26"/>
      <p:italic r:id="rId27"/>
      <p:boldItalic r:id="rId28"/>
    </p:embeddedFont>
    <p:embeddedFont>
      <p:font typeface="IBM Plex Mono SemiBold"/>
      <p:regular r:id="rId29"/>
      <p:bold r:id="rId30"/>
      <p:italic r:id="rId31"/>
      <p:boldItalic r:id="rId32"/>
    </p:embeddedFont>
    <p:embeddedFont>
      <p:font typeface="Space Grotesk Light"/>
      <p:regular r:id="rId33"/>
      <p:bold r:id="rId34"/>
    </p:embeddedFont>
    <p:embeddedFont>
      <p:font typeface="IBM Plex Mono"/>
      <p:regular r:id="rId35"/>
      <p:bold r:id="rId36"/>
      <p:italic r:id="rId37"/>
      <p:boldItalic r:id="rId38"/>
    </p:embeddedFont>
    <p:embeddedFont>
      <p:font typeface="Space Grotesk"/>
      <p:regular r:id="rId39"/>
      <p:bold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SpaceGrotesk-bold.fntdata"/><Relationship Id="rId20" Type="http://schemas.openxmlformats.org/officeDocument/2006/relationships/slide" Target="slides/slide16.xml"/><Relationship Id="rId22" Type="http://schemas.openxmlformats.org/officeDocument/2006/relationships/font" Target="fonts/Roboto-bold.fntdata"/><Relationship Id="rId21" Type="http://schemas.openxmlformats.org/officeDocument/2006/relationships/font" Target="fonts/Roboto-regular.fntdata"/><Relationship Id="rId24" Type="http://schemas.openxmlformats.org/officeDocument/2006/relationships/font" Target="fonts/Roboto-boldItalic.fntdata"/><Relationship Id="rId23" Type="http://schemas.openxmlformats.org/officeDocument/2006/relationships/font" Target="fonts/Roboto-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Lato-bold.fntdata"/><Relationship Id="rId25" Type="http://schemas.openxmlformats.org/officeDocument/2006/relationships/font" Target="fonts/Lato-regular.fntdata"/><Relationship Id="rId28" Type="http://schemas.openxmlformats.org/officeDocument/2006/relationships/font" Target="fonts/Lato-boldItalic.fntdata"/><Relationship Id="rId27" Type="http://schemas.openxmlformats.org/officeDocument/2006/relationships/font" Target="fonts/Lato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IBMPlexMonoSemiBold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IBMPlexMonoSemiBold-italic.fntdata"/><Relationship Id="rId30" Type="http://schemas.openxmlformats.org/officeDocument/2006/relationships/font" Target="fonts/IBMPlexMonoSemiBold-bold.fntdata"/><Relationship Id="rId11" Type="http://schemas.openxmlformats.org/officeDocument/2006/relationships/slide" Target="slides/slide7.xml"/><Relationship Id="rId33" Type="http://schemas.openxmlformats.org/officeDocument/2006/relationships/font" Target="fonts/SpaceGroteskLight-regular.fntdata"/><Relationship Id="rId10" Type="http://schemas.openxmlformats.org/officeDocument/2006/relationships/slide" Target="slides/slide6.xml"/><Relationship Id="rId32" Type="http://schemas.openxmlformats.org/officeDocument/2006/relationships/font" Target="fonts/IBMPlexMonoSemiBold-boldItalic.fntdata"/><Relationship Id="rId13" Type="http://schemas.openxmlformats.org/officeDocument/2006/relationships/slide" Target="slides/slide9.xml"/><Relationship Id="rId35" Type="http://schemas.openxmlformats.org/officeDocument/2006/relationships/font" Target="fonts/IBMPlexMono-regular.fntdata"/><Relationship Id="rId12" Type="http://schemas.openxmlformats.org/officeDocument/2006/relationships/slide" Target="slides/slide8.xml"/><Relationship Id="rId34" Type="http://schemas.openxmlformats.org/officeDocument/2006/relationships/font" Target="fonts/SpaceGroteskLight-bold.fntdata"/><Relationship Id="rId15" Type="http://schemas.openxmlformats.org/officeDocument/2006/relationships/slide" Target="slides/slide11.xml"/><Relationship Id="rId37" Type="http://schemas.openxmlformats.org/officeDocument/2006/relationships/font" Target="fonts/IBMPlexMono-italic.fntdata"/><Relationship Id="rId14" Type="http://schemas.openxmlformats.org/officeDocument/2006/relationships/slide" Target="slides/slide10.xml"/><Relationship Id="rId36" Type="http://schemas.openxmlformats.org/officeDocument/2006/relationships/font" Target="fonts/IBMPlexMono-bold.fntdata"/><Relationship Id="rId17" Type="http://schemas.openxmlformats.org/officeDocument/2006/relationships/slide" Target="slides/slide13.xml"/><Relationship Id="rId39" Type="http://schemas.openxmlformats.org/officeDocument/2006/relationships/font" Target="fonts/SpaceGrotesk-regular.fntdata"/><Relationship Id="rId16" Type="http://schemas.openxmlformats.org/officeDocument/2006/relationships/slide" Target="slides/slide12.xml"/><Relationship Id="rId38" Type="http://schemas.openxmlformats.org/officeDocument/2006/relationships/font" Target="fonts/IBMPlexMono-boldItalic.fntdata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" name="Google Shape;20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7" name="Google Shape;25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" name="Google Shape;27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5" name="Google Shape;30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8" name="Google Shape;31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9" name="Google Shape;32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tBDfr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0" name="Google Shape;10;p2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1" name="Google Shape;11;p2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" name="Google Shape;14;p2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15" name="Google Shape;15;p2"/>
          <p:cNvSpPr txBox="1"/>
          <p:nvPr>
            <p:ph type="ctrTitle"/>
          </p:nvPr>
        </p:nvSpPr>
        <p:spPr>
          <a:xfrm>
            <a:off x="228600" y="1854000"/>
            <a:ext cx="52578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228600" y="4483800"/>
            <a:ext cx="3789000" cy="431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7" name="Google Shape;17;p2"/>
          <p:cNvSpPr/>
          <p:nvPr>
            <p:ph idx="2" type="pic"/>
          </p:nvPr>
        </p:nvSpPr>
        <p:spPr>
          <a:xfrm>
            <a:off x="6341100" y="1006750"/>
            <a:ext cx="2574000" cy="3908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and description">
  <p:cSld name="BLANK_1_1_1_1_2_1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9;p3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20" name="Google Shape;20;p3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21" name="Google Shape;21;p3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22" name="Google Shape;22;p3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3" name="Google Shape;23;p3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24" name="Google Shape;24;p3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25" name="Google Shape;25;p3"/>
          <p:cNvSpPr txBox="1"/>
          <p:nvPr>
            <p:ph type="title"/>
          </p:nvPr>
        </p:nvSpPr>
        <p:spPr>
          <a:xfrm>
            <a:off x="228600" y="4338900"/>
            <a:ext cx="86868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subTitle"/>
          </p:nvPr>
        </p:nvSpPr>
        <p:spPr>
          <a:xfrm>
            <a:off x="6193193" y="443975"/>
            <a:ext cx="2196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b="1" sz="16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  <a:defRPr sz="2000">
                <a:latin typeface="Space Grotesk Light"/>
                <a:ea typeface="Space Grotesk Light"/>
                <a:cs typeface="Space Grotesk Light"/>
                <a:sym typeface="Space Grotesk Light"/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2" type="subTitle"/>
          </p:nvPr>
        </p:nvSpPr>
        <p:spPr>
          <a:xfrm>
            <a:off x="6193193" y="925221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b="1" sz="16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8" name="Google Shape;28;p3"/>
          <p:cNvSpPr txBox="1"/>
          <p:nvPr>
            <p:ph idx="3" type="subTitle"/>
          </p:nvPr>
        </p:nvSpPr>
        <p:spPr>
          <a:xfrm>
            <a:off x="6193193" y="1887713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b="1" sz="16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9" name="Google Shape;29;p3"/>
          <p:cNvSpPr txBox="1"/>
          <p:nvPr>
            <p:ph idx="4" type="subTitle"/>
          </p:nvPr>
        </p:nvSpPr>
        <p:spPr>
          <a:xfrm>
            <a:off x="6193193" y="3331450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b="1" sz="16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30" name="Google Shape;30;p3"/>
          <p:cNvSpPr txBox="1"/>
          <p:nvPr>
            <p:ph idx="5" type="subTitle"/>
          </p:nvPr>
        </p:nvSpPr>
        <p:spPr>
          <a:xfrm>
            <a:off x="6193193" y="2850204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b="1" sz="16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6" type="subTitle"/>
          </p:nvPr>
        </p:nvSpPr>
        <p:spPr>
          <a:xfrm>
            <a:off x="6193193" y="1406467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b="1" sz="16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7" type="subTitle"/>
          </p:nvPr>
        </p:nvSpPr>
        <p:spPr>
          <a:xfrm>
            <a:off x="6193193" y="2368958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b="1" sz="16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33" name="Google Shape;33;p3"/>
          <p:cNvSpPr txBox="1"/>
          <p:nvPr>
            <p:ph idx="8" type="title"/>
          </p:nvPr>
        </p:nvSpPr>
        <p:spPr>
          <a:xfrm>
            <a:off x="8462400" y="1887554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b="0" sz="160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/>
        </p:txBody>
      </p:sp>
      <p:sp>
        <p:nvSpPr>
          <p:cNvPr id="34" name="Google Shape;34;p3"/>
          <p:cNvSpPr txBox="1"/>
          <p:nvPr>
            <p:ph idx="9" type="title"/>
          </p:nvPr>
        </p:nvSpPr>
        <p:spPr>
          <a:xfrm>
            <a:off x="8462400" y="924968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b="0" sz="160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/>
        </p:txBody>
      </p:sp>
      <p:sp>
        <p:nvSpPr>
          <p:cNvPr id="35" name="Google Shape;35;p3"/>
          <p:cNvSpPr txBox="1"/>
          <p:nvPr>
            <p:ph idx="13" type="title"/>
          </p:nvPr>
        </p:nvSpPr>
        <p:spPr>
          <a:xfrm>
            <a:off x="8462400" y="2368846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b="0" sz="160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/>
        </p:txBody>
      </p:sp>
      <p:sp>
        <p:nvSpPr>
          <p:cNvPr id="36" name="Google Shape;36;p3"/>
          <p:cNvSpPr txBox="1"/>
          <p:nvPr>
            <p:ph idx="14" type="title"/>
          </p:nvPr>
        </p:nvSpPr>
        <p:spPr>
          <a:xfrm>
            <a:off x="8462400" y="2850139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b="0" sz="160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/>
        </p:txBody>
      </p:sp>
      <p:sp>
        <p:nvSpPr>
          <p:cNvPr id="37" name="Google Shape;37;p3"/>
          <p:cNvSpPr txBox="1"/>
          <p:nvPr>
            <p:ph idx="15" type="title"/>
          </p:nvPr>
        </p:nvSpPr>
        <p:spPr>
          <a:xfrm>
            <a:off x="8462400" y="443975"/>
            <a:ext cx="453000" cy="310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b="0" sz="160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IBM Plex Mono"/>
              <a:buNone/>
              <a:defRPr sz="96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/>
        </p:txBody>
      </p:sp>
      <p:sp>
        <p:nvSpPr>
          <p:cNvPr id="38" name="Google Shape;38;p3"/>
          <p:cNvSpPr txBox="1"/>
          <p:nvPr>
            <p:ph idx="16" type="title"/>
          </p:nvPr>
        </p:nvSpPr>
        <p:spPr>
          <a:xfrm>
            <a:off x="8462400" y="1406261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b="0" sz="160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Font typeface="IBM Plex Mono"/>
              <a:buNone/>
              <a:defRPr sz="62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/>
        </p:txBody>
      </p:sp>
      <p:sp>
        <p:nvSpPr>
          <p:cNvPr id="39" name="Google Shape;39;p3"/>
          <p:cNvSpPr txBox="1"/>
          <p:nvPr>
            <p:ph idx="17" type="title"/>
          </p:nvPr>
        </p:nvSpPr>
        <p:spPr>
          <a:xfrm>
            <a:off x="8462400" y="3331432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b="0" sz="160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/>
        </p:txBody>
      </p:sp>
      <p:sp>
        <p:nvSpPr>
          <p:cNvPr id="40" name="Google Shape;40;p3"/>
          <p:cNvSpPr txBox="1"/>
          <p:nvPr>
            <p:ph idx="18" type="subTitle"/>
          </p:nvPr>
        </p:nvSpPr>
        <p:spPr>
          <a:xfrm>
            <a:off x="6189850" y="3812700"/>
            <a:ext cx="2196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 b="1" sz="16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  <a:defRPr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41" name="Google Shape;41;p3"/>
          <p:cNvSpPr txBox="1"/>
          <p:nvPr>
            <p:ph idx="19" type="title"/>
          </p:nvPr>
        </p:nvSpPr>
        <p:spPr>
          <a:xfrm>
            <a:off x="8462400" y="3812725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b="0" sz="160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/>
        </p:txBody>
      </p:sp>
      <p:sp>
        <p:nvSpPr>
          <p:cNvPr id="42" name="Google Shape;42;p3"/>
          <p:cNvSpPr txBox="1"/>
          <p:nvPr>
            <p:ph idx="20" type="subTitle"/>
          </p:nvPr>
        </p:nvSpPr>
        <p:spPr>
          <a:xfrm>
            <a:off x="3572100" y="443975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43" name="Google Shape;43;p3"/>
          <p:cNvSpPr txBox="1"/>
          <p:nvPr>
            <p:ph idx="21" type="subTitle"/>
          </p:nvPr>
        </p:nvSpPr>
        <p:spPr>
          <a:xfrm>
            <a:off x="3572100" y="925221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44" name="Google Shape;44;p3"/>
          <p:cNvSpPr txBox="1"/>
          <p:nvPr>
            <p:ph idx="22" type="subTitle"/>
          </p:nvPr>
        </p:nvSpPr>
        <p:spPr>
          <a:xfrm>
            <a:off x="3572100" y="1406468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45" name="Google Shape;45;p3"/>
          <p:cNvSpPr txBox="1"/>
          <p:nvPr>
            <p:ph idx="23" type="subTitle"/>
          </p:nvPr>
        </p:nvSpPr>
        <p:spPr>
          <a:xfrm>
            <a:off x="3572100" y="1887714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46" name="Google Shape;46;p3"/>
          <p:cNvSpPr txBox="1"/>
          <p:nvPr>
            <p:ph idx="24" type="subTitle"/>
          </p:nvPr>
        </p:nvSpPr>
        <p:spPr>
          <a:xfrm>
            <a:off x="3572100" y="2368961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47" name="Google Shape;47;p3"/>
          <p:cNvSpPr txBox="1"/>
          <p:nvPr>
            <p:ph idx="25" type="subTitle"/>
          </p:nvPr>
        </p:nvSpPr>
        <p:spPr>
          <a:xfrm>
            <a:off x="3572100" y="2850207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48" name="Google Shape;48;p3"/>
          <p:cNvSpPr txBox="1"/>
          <p:nvPr>
            <p:ph idx="26" type="subTitle"/>
          </p:nvPr>
        </p:nvSpPr>
        <p:spPr>
          <a:xfrm>
            <a:off x="3572100" y="3331454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49" name="Google Shape;49;p3"/>
          <p:cNvSpPr txBox="1"/>
          <p:nvPr>
            <p:ph idx="27" type="subTitle"/>
          </p:nvPr>
        </p:nvSpPr>
        <p:spPr>
          <a:xfrm>
            <a:off x="3572100" y="3812700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4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52" name="Google Shape;52;p4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3" name="Google Shape;53;p4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54" name="Google Shape;54;p4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55" name="Google Shape;55;p4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56" name="Google Shape;56;p4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57" name="Google Shape;57;p4"/>
          <p:cNvSpPr txBox="1"/>
          <p:nvPr>
            <p:ph type="title"/>
          </p:nvPr>
        </p:nvSpPr>
        <p:spPr>
          <a:xfrm>
            <a:off x="228600" y="863250"/>
            <a:ext cx="55626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58" name="Google Shape;58;p4"/>
          <p:cNvSpPr txBox="1"/>
          <p:nvPr>
            <p:ph idx="1" type="subTitle"/>
          </p:nvPr>
        </p:nvSpPr>
        <p:spPr>
          <a:xfrm>
            <a:off x="3352800" y="2661750"/>
            <a:ext cx="55626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oogle Shape;60;p5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61" name="Google Shape;61;p5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62" name="Google Shape;62;p5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63" name="Google Shape;63;p5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64" name="Google Shape;64;p5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65" name="Google Shape;65;p5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66" name="Google Shape;66;p5"/>
          <p:cNvSpPr txBox="1"/>
          <p:nvPr>
            <p:ph type="title"/>
          </p:nvPr>
        </p:nvSpPr>
        <p:spPr>
          <a:xfrm>
            <a:off x="3952200" y="2883000"/>
            <a:ext cx="49632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7" name="Google Shape;67;p5"/>
          <p:cNvSpPr txBox="1"/>
          <p:nvPr>
            <p:ph idx="2" type="title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b="0" sz="6000">
                <a:solidFill>
                  <a:schemeClr val="lt1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68" name="Google Shape;68;p5"/>
          <p:cNvSpPr/>
          <p:nvPr>
            <p:ph idx="3" type="pic"/>
          </p:nvPr>
        </p:nvSpPr>
        <p:spPr>
          <a:xfrm>
            <a:off x="228600" y="1006750"/>
            <a:ext cx="2574000" cy="3908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6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71" name="Google Shape;71;p6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72" name="Google Shape;72;p6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73" name="Google Shape;73;p6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4" name="Google Shape;74;p6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5" name="Google Shape;75;p6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76" name="Google Shape;76;p6"/>
          <p:cNvSpPr txBox="1"/>
          <p:nvPr>
            <p:ph type="title"/>
          </p:nvPr>
        </p:nvSpPr>
        <p:spPr>
          <a:xfrm>
            <a:off x="228597" y="2513700"/>
            <a:ext cx="35508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7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sp>
        <p:nvSpPr>
          <p:cNvPr id="77" name="Google Shape;77;p6"/>
          <p:cNvSpPr txBox="1"/>
          <p:nvPr>
            <p:ph idx="1" type="subTitle"/>
          </p:nvPr>
        </p:nvSpPr>
        <p:spPr>
          <a:xfrm>
            <a:off x="4400375" y="2513700"/>
            <a:ext cx="4448100" cy="117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"/>
          <p:cNvSpPr txBox="1"/>
          <p:nvPr/>
        </p:nvSpPr>
        <p:spPr>
          <a:xfrm>
            <a:off x="4400375" y="3978450"/>
            <a:ext cx="44481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CREDITS:</a:t>
            </a:r>
            <a:r>
              <a:rPr b="0" i="0" lang="en-GB" sz="1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This presentation template was created by </a:t>
            </a:r>
            <a:r>
              <a:rPr b="1" i="0" lang="en-GB" sz="1000" u="none" cap="none" strike="noStrike">
                <a:solidFill>
                  <a:schemeClr val="hlink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2"/>
              </a:rPr>
              <a:t>Slidesgo</a:t>
            </a:r>
            <a:r>
              <a:rPr b="0" i="0" lang="en-GB" sz="1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includes icons, infographics &amp; images by </a:t>
            </a:r>
            <a:r>
              <a:rPr b="1" i="0" lang="en-GB" sz="1000" u="none" cap="none" strike="noStrike">
                <a:solidFill>
                  <a:schemeClr val="hlink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3"/>
              </a:rPr>
              <a:t>Freepik</a:t>
            </a:r>
            <a:r>
              <a:rPr b="0" i="0" lang="en-GB" sz="1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b="1" i="0" sz="1000" u="sng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oogle Shape;80;p7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81" name="Google Shape;81;p7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82" name="Google Shape;82;p7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83" name="Google Shape;83;p7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4" name="Google Shape;84;p7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5" name="Google Shape;85;p7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86" name="Google Shape;86;p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87" name="Google Shape;87;p7"/>
          <p:cNvSpPr txBox="1"/>
          <p:nvPr>
            <p:ph idx="1" type="body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Darker Grotesque SemiBold"/>
              <a:buChar char="●"/>
              <a:defRPr sz="1200"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arker Grotesque SemiBold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oogle Shape;89;p8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90" name="Google Shape;90;p8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91" name="Google Shape;91;p8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92" name="Google Shape;92;p8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3" name="Google Shape;93;p8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4" name="Google Shape;94;p8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95" name="Google Shape;95;p8"/>
          <p:cNvSpPr txBox="1"/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96" name="Google Shape;96;p8"/>
          <p:cNvSpPr txBox="1"/>
          <p:nvPr>
            <p:ph idx="1" type="body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7" name="Google Shape;97;p8"/>
          <p:cNvSpPr/>
          <p:nvPr>
            <p:ph idx="2" type="pic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oogle Shape;99;p9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00" name="Google Shape;100;p9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01" name="Google Shape;101;p9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02" name="Google Shape;102;p9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3" name="Google Shape;103;p9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4" name="Google Shape;104;p9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105" name="Google Shape;105;p9"/>
          <p:cNvSpPr txBox="1"/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oogle Shape;107;p10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08" name="Google Shape;108;p10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09" name="Google Shape;109;p10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10" name="Google Shape;110;p10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1" name="Google Shape;111;p10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" name="Google Shape;112;p10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113" name="Google Shape;113;p10"/>
          <p:cNvSpPr txBox="1"/>
          <p:nvPr>
            <p:ph idx="1" type="subTitle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1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115" name="Google Shape;115;p10"/>
          <p:cNvSpPr txBox="1"/>
          <p:nvPr>
            <p:ph idx="2" type="subTitle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" name="Google Shape;117;p11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18" name="Google Shape;118;p11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19" name="Google Shape;119;p11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20" name="Google Shape;120;p11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1" name="Google Shape;121;p11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2" name="Google Shape;122;p11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123" name="Google Shape;123;p11"/>
          <p:cNvSpPr txBox="1"/>
          <p:nvPr>
            <p:ph hasCustomPrompt="1" type="title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24" name="Google Shape;124;p11"/>
          <p:cNvSpPr txBox="1"/>
          <p:nvPr>
            <p:ph idx="1" type="subTitle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_1_1_1_1_1_1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oogle Shape;127;p13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28" name="Google Shape;128;p13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29" name="Google Shape;129;p13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30" name="Google Shape;130;p13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" name="Google Shape;131;p13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" name="Google Shape;132;p13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_1_1_1_1_1_1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oogle Shape;134;p14"/>
          <p:cNvGrpSpPr/>
          <p:nvPr/>
        </p:nvGrpSpPr>
        <p:grpSpPr>
          <a:xfrm>
            <a:off x="100" y="0"/>
            <a:ext cx="9144000" cy="228600"/>
            <a:chOff x="100" y="0"/>
            <a:chExt cx="9144000" cy="228600"/>
          </a:xfrm>
        </p:grpSpPr>
        <p:sp>
          <p:nvSpPr>
            <p:cNvPr id="135" name="Google Shape;135;p14"/>
            <p:cNvSpPr/>
            <p:nvPr/>
          </p:nvSpPr>
          <p:spPr>
            <a:xfrm>
              <a:off x="100" y="0"/>
              <a:ext cx="9144000" cy="228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36" name="Google Shape;136;p14"/>
            <p:cNvGrpSpPr/>
            <p:nvPr/>
          </p:nvGrpSpPr>
          <p:grpSpPr>
            <a:xfrm>
              <a:off x="228600" y="75300"/>
              <a:ext cx="339251" cy="78000"/>
              <a:chOff x="228600" y="75300"/>
              <a:chExt cx="339251" cy="78000"/>
            </a:xfrm>
          </p:grpSpPr>
          <p:sp>
            <p:nvSpPr>
              <p:cNvPr id="137" name="Google Shape;137;p14"/>
              <p:cNvSpPr/>
              <p:nvPr/>
            </p:nvSpPr>
            <p:spPr>
              <a:xfrm>
                <a:off x="228600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" name="Google Shape;138;p14"/>
              <p:cNvSpPr/>
              <p:nvPr/>
            </p:nvSpPr>
            <p:spPr>
              <a:xfrm>
                <a:off x="359226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9" name="Google Shape;139;p14"/>
              <p:cNvSpPr/>
              <p:nvPr/>
            </p:nvSpPr>
            <p:spPr>
              <a:xfrm>
                <a:off x="489851" y="75300"/>
                <a:ext cx="78000" cy="78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32550" lIns="32550" spcFirstLastPara="1" rIns="32550" wrap="square" tIns="325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98"/>
                  <a:buFont typeface="Arial"/>
                  <a:buNone/>
                </a:pPr>
                <a:r>
                  <a:t/>
                </a:r>
                <a:endParaRPr b="0" i="0" sz="498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b="1" i="0" sz="26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b="1" i="0" sz="26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b="1" i="0" sz="26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b="1" i="0" sz="26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b="1" i="0" sz="26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b="1" i="0" sz="26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b="1" i="0" sz="26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b="1" i="0" sz="26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b="1" i="0" sz="26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5"/>
          <p:cNvSpPr txBox="1"/>
          <p:nvPr>
            <p:ph idx="1" type="subTitle"/>
          </p:nvPr>
        </p:nvSpPr>
        <p:spPr>
          <a:xfrm>
            <a:off x="228600" y="4483800"/>
            <a:ext cx="3789000" cy="431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/>
              <a:t>Continue</a:t>
            </a:r>
            <a:endParaRPr/>
          </a:p>
        </p:txBody>
      </p:sp>
      <p:sp>
        <p:nvSpPr>
          <p:cNvPr id="145" name="Google Shape;145;p15"/>
          <p:cNvSpPr txBox="1"/>
          <p:nvPr>
            <p:ph type="ctrTitle"/>
          </p:nvPr>
        </p:nvSpPr>
        <p:spPr>
          <a:xfrm>
            <a:off x="228600" y="1854000"/>
            <a:ext cx="52578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-GB" sz="4000"/>
              <a:t>Automobilių techninės apžiūros registras</a:t>
            </a:r>
            <a:endParaRPr sz="4000"/>
          </a:p>
        </p:txBody>
      </p:sp>
      <p:cxnSp>
        <p:nvCxnSpPr>
          <p:cNvPr id="146" name="Google Shape;146;p15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47" name="Google Shape;147;p15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148" name="Google Shape;148;p15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49" name="Google Shape;149;p15"/>
            <p:cNvSpPr txBox="1"/>
            <p:nvPr/>
          </p:nvSpPr>
          <p:spPr>
            <a:xfrm>
              <a:off x="7554686" y="281400"/>
              <a:ext cx="1360716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50" name="Google Shape;150;p15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151" name="Google Shape;151;p15"/>
          <p:cNvSpPr txBox="1"/>
          <p:nvPr/>
        </p:nvSpPr>
        <p:spPr>
          <a:xfrm rot="-5400000">
            <a:off x="7740350" y="356415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← &lt;github.com/Rencikas/techas_2025&gt;</a:t>
            </a:r>
            <a:endParaRPr b="1" i="0" sz="800" u="none" cap="none" strike="noStrike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descr="A blue car on a road with green lines&#10;&#10;AI-generated content may be incorrect." id="152" name="Google Shape;152;p15"/>
          <p:cNvPicPr preferRelativeResize="0"/>
          <p:nvPr/>
        </p:nvPicPr>
        <p:blipFill rotWithShape="1">
          <a:blip r:embed="rId3">
            <a:alphaModFix/>
          </a:blip>
          <a:srcRect b="0" l="6965" r="7639" t="0"/>
          <a:stretch/>
        </p:blipFill>
        <p:spPr>
          <a:xfrm>
            <a:off x="5072100" y="733690"/>
            <a:ext cx="3843000" cy="23524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3900">
        <p:fade thruBlk="1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6"/>
          <p:cNvSpPr txBox="1"/>
          <p:nvPr>
            <p:ph type="title"/>
          </p:nvPr>
        </p:nvSpPr>
        <p:spPr>
          <a:xfrm>
            <a:off x="228600" y="4338900"/>
            <a:ext cx="86868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/>
              <a:t>Trumpai</a:t>
            </a:r>
            <a:br>
              <a:rPr lang="en-GB"/>
            </a:br>
            <a:endParaRPr b="0"/>
          </a:p>
        </p:txBody>
      </p:sp>
      <p:sp>
        <p:nvSpPr>
          <p:cNvPr id="158" name="Google Shape;158;p16"/>
          <p:cNvSpPr txBox="1"/>
          <p:nvPr>
            <p:ph idx="1" type="subTitle"/>
          </p:nvPr>
        </p:nvSpPr>
        <p:spPr>
          <a:xfrm>
            <a:off x="6193193" y="443975"/>
            <a:ext cx="2196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 Light"/>
              <a:buNone/>
            </a:pPr>
            <a:r>
              <a:rPr lang="en-GB"/>
              <a:t>Log-In Sistema</a:t>
            </a:r>
            <a:endParaRPr/>
          </a:p>
        </p:txBody>
      </p:sp>
      <p:sp>
        <p:nvSpPr>
          <p:cNvPr id="159" name="Google Shape;159;p16"/>
          <p:cNvSpPr txBox="1"/>
          <p:nvPr>
            <p:ph idx="2" type="subTitle"/>
          </p:nvPr>
        </p:nvSpPr>
        <p:spPr>
          <a:xfrm>
            <a:off x="5192486" y="925221"/>
            <a:ext cx="3193707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</a:pPr>
            <a:r>
              <a:rPr lang="en-GB"/>
              <a:t>Auto registravimas</a:t>
            </a:r>
            <a:endParaRPr/>
          </a:p>
        </p:txBody>
      </p:sp>
      <p:sp>
        <p:nvSpPr>
          <p:cNvPr id="160" name="Google Shape;160;p16"/>
          <p:cNvSpPr txBox="1"/>
          <p:nvPr>
            <p:ph idx="3" type="subTitle"/>
          </p:nvPr>
        </p:nvSpPr>
        <p:spPr>
          <a:xfrm>
            <a:off x="6193193" y="1887713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Filtravimo Sistema</a:t>
            </a:r>
            <a:endParaRPr/>
          </a:p>
        </p:txBody>
      </p:sp>
      <p:sp>
        <p:nvSpPr>
          <p:cNvPr id="161" name="Google Shape;161;p16"/>
          <p:cNvSpPr txBox="1"/>
          <p:nvPr>
            <p:ph idx="5" type="subTitle"/>
          </p:nvPr>
        </p:nvSpPr>
        <p:spPr>
          <a:xfrm>
            <a:off x="6193193" y="2850204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Admin panel</a:t>
            </a:r>
            <a:endParaRPr/>
          </a:p>
        </p:txBody>
      </p:sp>
      <p:sp>
        <p:nvSpPr>
          <p:cNvPr id="162" name="Google Shape;162;p16"/>
          <p:cNvSpPr txBox="1"/>
          <p:nvPr>
            <p:ph idx="6" type="subTitle"/>
          </p:nvPr>
        </p:nvSpPr>
        <p:spPr>
          <a:xfrm>
            <a:off x="6193193" y="1406467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Space Grotesk"/>
              <a:buNone/>
            </a:pPr>
            <a:r>
              <a:rPr lang="en-GB"/>
              <a:t>Duomenų bazė</a:t>
            </a:r>
            <a:endParaRPr/>
          </a:p>
        </p:txBody>
      </p:sp>
      <p:sp>
        <p:nvSpPr>
          <p:cNvPr id="163" name="Google Shape;163;p16"/>
          <p:cNvSpPr txBox="1"/>
          <p:nvPr>
            <p:ph idx="7" type="subTitle"/>
          </p:nvPr>
        </p:nvSpPr>
        <p:spPr>
          <a:xfrm>
            <a:off x="6193193" y="2368958"/>
            <a:ext cx="2193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Valdymas</a:t>
            </a:r>
            <a:endParaRPr/>
          </a:p>
        </p:txBody>
      </p:sp>
      <p:sp>
        <p:nvSpPr>
          <p:cNvPr id="164" name="Google Shape;164;p16"/>
          <p:cNvSpPr txBox="1"/>
          <p:nvPr>
            <p:ph idx="8" type="title"/>
          </p:nvPr>
        </p:nvSpPr>
        <p:spPr>
          <a:xfrm>
            <a:off x="8462400" y="1887554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/>
              <a:t>04</a:t>
            </a:r>
            <a:endParaRPr/>
          </a:p>
        </p:txBody>
      </p:sp>
      <p:sp>
        <p:nvSpPr>
          <p:cNvPr id="165" name="Google Shape;165;p16"/>
          <p:cNvSpPr txBox="1"/>
          <p:nvPr>
            <p:ph idx="9" type="title"/>
          </p:nvPr>
        </p:nvSpPr>
        <p:spPr>
          <a:xfrm>
            <a:off x="8462400" y="924968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/>
              <a:t>02</a:t>
            </a:r>
            <a:endParaRPr/>
          </a:p>
        </p:txBody>
      </p:sp>
      <p:sp>
        <p:nvSpPr>
          <p:cNvPr id="166" name="Google Shape;166;p16"/>
          <p:cNvSpPr txBox="1"/>
          <p:nvPr>
            <p:ph idx="13" type="title"/>
          </p:nvPr>
        </p:nvSpPr>
        <p:spPr>
          <a:xfrm>
            <a:off x="8462400" y="2368846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/>
              <a:t>05</a:t>
            </a:r>
            <a:endParaRPr/>
          </a:p>
        </p:txBody>
      </p:sp>
      <p:sp>
        <p:nvSpPr>
          <p:cNvPr id="167" name="Google Shape;167;p16"/>
          <p:cNvSpPr txBox="1"/>
          <p:nvPr>
            <p:ph idx="14" type="title"/>
          </p:nvPr>
        </p:nvSpPr>
        <p:spPr>
          <a:xfrm>
            <a:off x="8462400" y="2850139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/>
              <a:t>06</a:t>
            </a:r>
            <a:endParaRPr/>
          </a:p>
        </p:txBody>
      </p:sp>
      <p:sp>
        <p:nvSpPr>
          <p:cNvPr id="168" name="Google Shape;168;p16"/>
          <p:cNvSpPr txBox="1"/>
          <p:nvPr>
            <p:ph idx="15" type="title"/>
          </p:nvPr>
        </p:nvSpPr>
        <p:spPr>
          <a:xfrm>
            <a:off x="8462400" y="443975"/>
            <a:ext cx="453000" cy="310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/>
              <a:t>01</a:t>
            </a:r>
            <a:endParaRPr/>
          </a:p>
        </p:txBody>
      </p:sp>
      <p:sp>
        <p:nvSpPr>
          <p:cNvPr id="169" name="Google Shape;169;p16"/>
          <p:cNvSpPr txBox="1"/>
          <p:nvPr>
            <p:ph idx="16" type="title"/>
          </p:nvPr>
        </p:nvSpPr>
        <p:spPr>
          <a:xfrm>
            <a:off x="8462400" y="1406261"/>
            <a:ext cx="453000" cy="31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/>
              <a:t>03</a:t>
            </a:r>
            <a:endParaRPr/>
          </a:p>
        </p:txBody>
      </p:sp>
      <p:cxnSp>
        <p:nvCxnSpPr>
          <p:cNvPr id="170" name="Google Shape;170;p16"/>
          <p:cNvCxnSpPr/>
          <p:nvPr/>
        </p:nvCxnSpPr>
        <p:spPr>
          <a:xfrm>
            <a:off x="0" y="49149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16"/>
          <p:cNvSpPr txBox="1"/>
          <p:nvPr>
            <p:ph idx="20" type="subTitle"/>
          </p:nvPr>
        </p:nvSpPr>
        <p:spPr>
          <a:xfrm>
            <a:off x="1849779" y="443675"/>
            <a:ext cx="3537086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/>
              <a:t>Prisijungimai prie paskirų  (Darbuotoju, Admin)</a:t>
            </a:r>
            <a:endParaRPr/>
          </a:p>
        </p:txBody>
      </p:sp>
      <p:sp>
        <p:nvSpPr>
          <p:cNvPr id="172" name="Google Shape;172;p16"/>
          <p:cNvSpPr txBox="1"/>
          <p:nvPr>
            <p:ph idx="21" type="subTitle"/>
          </p:nvPr>
        </p:nvSpPr>
        <p:spPr>
          <a:xfrm>
            <a:off x="1328058" y="910001"/>
            <a:ext cx="4058807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/>
              <a:t>valst. nr, pavadinimas, spalva, kuras, kategorija</a:t>
            </a:r>
            <a:endParaRPr/>
          </a:p>
        </p:txBody>
      </p:sp>
      <p:sp>
        <p:nvSpPr>
          <p:cNvPr id="173" name="Google Shape;173;p16"/>
          <p:cNvSpPr txBox="1"/>
          <p:nvPr>
            <p:ph idx="22" type="subTitle"/>
          </p:nvPr>
        </p:nvSpPr>
        <p:spPr>
          <a:xfrm>
            <a:off x="1981201" y="1391294"/>
            <a:ext cx="3405664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/>
              <a:t>Duomenų bazė su paieškos funkcija </a:t>
            </a:r>
            <a:endParaRPr/>
          </a:p>
        </p:txBody>
      </p:sp>
      <p:sp>
        <p:nvSpPr>
          <p:cNvPr id="174" name="Google Shape;174;p16"/>
          <p:cNvSpPr txBox="1"/>
          <p:nvPr>
            <p:ph idx="23" type="subTitle"/>
          </p:nvPr>
        </p:nvSpPr>
        <p:spPr>
          <a:xfrm>
            <a:off x="2765765" y="1872587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/>
              <a:t>Duomenų bazė su filtravimu</a:t>
            </a:r>
            <a:endParaRPr/>
          </a:p>
        </p:txBody>
      </p:sp>
      <p:sp>
        <p:nvSpPr>
          <p:cNvPr id="175" name="Google Shape;175;p16"/>
          <p:cNvSpPr txBox="1"/>
          <p:nvPr>
            <p:ph idx="24" type="subTitle"/>
          </p:nvPr>
        </p:nvSpPr>
        <p:spPr>
          <a:xfrm>
            <a:off x="2765765" y="2306167"/>
            <a:ext cx="2621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/>
              <a:t>Tech apžiūros. valdymas.</a:t>
            </a:r>
            <a:endParaRPr/>
          </a:p>
        </p:txBody>
      </p:sp>
      <p:sp>
        <p:nvSpPr>
          <p:cNvPr id="176" name="Google Shape;176;p16"/>
          <p:cNvSpPr txBox="1"/>
          <p:nvPr>
            <p:ph idx="25" type="subTitle"/>
          </p:nvPr>
        </p:nvSpPr>
        <p:spPr>
          <a:xfrm>
            <a:off x="228600" y="2834814"/>
            <a:ext cx="5158265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/>
              <a:t>Administratoriaus langas kuriame bus galima matyt visus darbuotojus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3900">
        <p:fade thruBlk="1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screen shot of a black background&#10;&#10;AI-generated content may be incorrect." id="181" name="Google Shape;18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93239" y="238167"/>
            <a:ext cx="3408153" cy="4667165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7"/>
          <p:cNvSpPr txBox="1"/>
          <p:nvPr/>
        </p:nvSpPr>
        <p:spPr>
          <a:xfrm>
            <a:off x="301698" y="470264"/>
            <a:ext cx="4270302" cy="1477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Darbų Pasiskirstimas</a:t>
            </a:r>
            <a:endParaRPr/>
          </a:p>
        </p:txBody>
      </p:sp>
      <p:pic>
        <p:nvPicPr>
          <p:cNvPr id="183" name="Google Shape;18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3118" y="2058623"/>
            <a:ext cx="4118882" cy="27459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"/>
          <p:cNvSpPr txBox="1"/>
          <p:nvPr>
            <p:ph type="title"/>
          </p:nvPr>
        </p:nvSpPr>
        <p:spPr>
          <a:xfrm>
            <a:off x="3952200" y="2883000"/>
            <a:ext cx="49632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GB"/>
              <a:t>Log-In Sistema</a:t>
            </a:r>
            <a:endParaRPr/>
          </a:p>
        </p:txBody>
      </p:sp>
      <p:sp>
        <p:nvSpPr>
          <p:cNvPr id="189" name="Google Shape;189;p18"/>
          <p:cNvSpPr txBox="1"/>
          <p:nvPr>
            <p:ph idx="2" type="title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/>
              <a:t>01</a:t>
            </a:r>
            <a:endParaRPr/>
          </a:p>
        </p:txBody>
      </p:sp>
      <p:cxnSp>
        <p:nvCxnSpPr>
          <p:cNvPr id="190" name="Google Shape;190;p18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91" name="Google Shape;191;p18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192" name="Google Shape;192;p18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3" name="Google Shape;193;p18"/>
            <p:cNvSpPr txBox="1"/>
            <p:nvPr/>
          </p:nvSpPr>
          <p:spPr>
            <a:xfrm>
              <a:off x="7456714" y="356818"/>
              <a:ext cx="1458688" cy="475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4" name="Google Shape;194;p18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/>
            </a:p>
          </p:txBody>
        </p:sp>
      </p:grpSp>
      <p:sp>
        <p:nvSpPr>
          <p:cNvPr id="195" name="Google Shape;195;p18"/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&lt;github.com/Rencikas/techas_2025&gt;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9"/>
          <p:cNvSpPr txBox="1"/>
          <p:nvPr>
            <p:ph type="title"/>
          </p:nvPr>
        </p:nvSpPr>
        <p:spPr>
          <a:xfrm>
            <a:off x="228600" y="863250"/>
            <a:ext cx="5562600" cy="87713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/>
              <a:t>Log-In Sistema</a:t>
            </a:r>
            <a:endParaRPr/>
          </a:p>
        </p:txBody>
      </p:sp>
      <p:sp>
        <p:nvSpPr>
          <p:cNvPr id="201" name="Google Shape;201;p19"/>
          <p:cNvSpPr txBox="1"/>
          <p:nvPr>
            <p:ph idx="1" type="subTitle"/>
          </p:nvPr>
        </p:nvSpPr>
        <p:spPr>
          <a:xfrm>
            <a:off x="228599" y="2323882"/>
            <a:ext cx="8686802" cy="236241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b="1" lang="en-GB" sz="1800"/>
              <a:t>Sign-Up - norint </a:t>
            </a:r>
            <a:r>
              <a:rPr b="1" lang="en-GB" sz="1800"/>
              <a:t>sukurti</a:t>
            </a:r>
            <a:r>
              <a:rPr b="1" lang="en-GB" sz="1800"/>
              <a:t> naują paskyra</a:t>
            </a:r>
            <a:endParaRPr b="1" sz="1800"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b="1" lang="en-GB" sz="1800"/>
              <a:t>Log-In - prisijungti su egzistuojančia paskyra</a:t>
            </a:r>
            <a:endParaRPr b="1" sz="1800"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b="1" lang="en-GB" sz="1800"/>
              <a:t>Exit - Išeiti ir uždaryti programa</a:t>
            </a:r>
            <a:endParaRPr/>
          </a:p>
        </p:txBody>
      </p:sp>
      <p:cxnSp>
        <p:nvCxnSpPr>
          <p:cNvPr id="202" name="Google Shape;202;p19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03" name="Google Shape;203;p19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04" name="Google Shape;204;p19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5" name="Google Shape;205;p19"/>
            <p:cNvSpPr txBox="1"/>
            <p:nvPr/>
          </p:nvSpPr>
          <p:spPr>
            <a:xfrm>
              <a:off x="7456714" y="281400"/>
              <a:ext cx="1458688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6" name="Google Shape;206;p19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20" title="futuristic-cityscape-with-glowing-lines.jpg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0" l="1858" r="1858" t="0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0"/>
          <p:cNvSpPr txBox="1"/>
          <p:nvPr>
            <p:ph type="title"/>
          </p:nvPr>
        </p:nvSpPr>
        <p:spPr>
          <a:xfrm>
            <a:off x="2802601" y="2883000"/>
            <a:ext cx="6112799" cy="20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GB"/>
              <a:t>Auto registravimas</a:t>
            </a:r>
            <a:endParaRPr/>
          </a:p>
        </p:txBody>
      </p:sp>
      <p:sp>
        <p:nvSpPr>
          <p:cNvPr id="213" name="Google Shape;213;p20"/>
          <p:cNvSpPr txBox="1"/>
          <p:nvPr>
            <p:ph idx="2" type="title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/>
              <a:t>02</a:t>
            </a:r>
            <a:endParaRPr/>
          </a:p>
        </p:txBody>
      </p:sp>
      <p:cxnSp>
        <p:nvCxnSpPr>
          <p:cNvPr id="214" name="Google Shape;214;p20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15" name="Google Shape;215;p20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16" name="Google Shape;216;p20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7" name="Google Shape;217;p20"/>
            <p:cNvSpPr txBox="1"/>
            <p:nvPr/>
          </p:nvSpPr>
          <p:spPr>
            <a:xfrm>
              <a:off x="7445829" y="281400"/>
              <a:ext cx="1469573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8" name="Google Shape;218;p20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/>
            </a:p>
          </p:txBody>
        </p:sp>
      </p:grpSp>
      <p:sp>
        <p:nvSpPr>
          <p:cNvPr id="219" name="Google Shape;219;p20"/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&lt;github.com/Rencikas/techas_2025&gt;</a:t>
            </a:r>
            <a:endParaRPr/>
          </a:p>
        </p:txBody>
      </p:sp>
    </p:spTree>
  </p:cSld>
  <p:clrMapOvr>
    <a:masterClrMapping/>
  </p:clrMapOvr>
  <p:transition spd="slow">
    <p:push dir="r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1"/>
          <p:cNvSpPr txBox="1"/>
          <p:nvPr>
            <p:ph type="title"/>
          </p:nvPr>
        </p:nvSpPr>
        <p:spPr>
          <a:xfrm>
            <a:off x="228599" y="863250"/>
            <a:ext cx="8414657" cy="87713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/>
              <a:t>Auto registravimas</a:t>
            </a:r>
            <a:endParaRPr/>
          </a:p>
        </p:txBody>
      </p:sp>
      <p:sp>
        <p:nvSpPr>
          <p:cNvPr id="225" name="Google Shape;225;p21"/>
          <p:cNvSpPr txBox="1"/>
          <p:nvPr>
            <p:ph idx="1" type="subTitle"/>
          </p:nvPr>
        </p:nvSpPr>
        <p:spPr>
          <a:xfrm>
            <a:off x="500745" y="2666469"/>
            <a:ext cx="8414657" cy="2019831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1800"/>
              <a:t>Pasirinkus operaciją „1“, sistema leidžia pridėti naują automobilį: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800"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Įvedami duomenys terminalo formoje: valst. numeriai, markė, spalva, kuro tipas, kategorija ir kt.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Automobilis automatiškai įrašomas į dinamišką duomenų struktūrą.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Ši funkcija padeda papildyti registrą naujais įrašais realiu laiku.</a:t>
            </a:r>
            <a:endParaRPr/>
          </a:p>
          <a:p>
            <a:pPr indent="0" lvl="0" marL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cxnSp>
        <p:nvCxnSpPr>
          <p:cNvPr id="226" name="Google Shape;226;p21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27" name="Google Shape;227;p21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28" name="Google Shape;228;p21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9" name="Google Shape;229;p21"/>
            <p:cNvSpPr txBox="1"/>
            <p:nvPr/>
          </p:nvSpPr>
          <p:spPr>
            <a:xfrm>
              <a:off x="7674429" y="281400"/>
              <a:ext cx="1240973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30" name="Google Shape;230;p21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22" title="futuristic-cityscape-with-glowing-lines.jpg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0" l="1858" r="1858" t="0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2"/>
          <p:cNvSpPr txBox="1"/>
          <p:nvPr>
            <p:ph type="title"/>
          </p:nvPr>
        </p:nvSpPr>
        <p:spPr>
          <a:xfrm>
            <a:off x="3952200" y="2883000"/>
            <a:ext cx="49632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GB"/>
              <a:t>Duomenų bazė</a:t>
            </a:r>
            <a:endParaRPr/>
          </a:p>
        </p:txBody>
      </p:sp>
      <p:sp>
        <p:nvSpPr>
          <p:cNvPr id="237" name="Google Shape;237;p22"/>
          <p:cNvSpPr txBox="1"/>
          <p:nvPr>
            <p:ph idx="2" type="title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/>
              <a:t>03</a:t>
            </a:r>
            <a:endParaRPr/>
          </a:p>
        </p:txBody>
      </p:sp>
      <p:cxnSp>
        <p:nvCxnSpPr>
          <p:cNvPr id="238" name="Google Shape;238;p22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39" name="Google Shape;239;p22"/>
          <p:cNvGrpSpPr/>
          <p:nvPr/>
        </p:nvGrpSpPr>
        <p:grpSpPr>
          <a:xfrm>
            <a:off x="228598" y="228588"/>
            <a:ext cx="8686804" cy="175812"/>
            <a:chOff x="228598" y="228588"/>
            <a:chExt cx="8686804" cy="175812"/>
          </a:xfrm>
        </p:grpSpPr>
        <p:sp>
          <p:nvSpPr>
            <p:cNvPr id="240" name="Google Shape;240;p22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41" name="Google Shape;241;p22"/>
            <p:cNvSpPr txBox="1"/>
            <p:nvPr/>
          </p:nvSpPr>
          <p:spPr>
            <a:xfrm>
              <a:off x="7647000" y="228588"/>
              <a:ext cx="1268402" cy="1758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42" name="Google Shape;242;p22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/>
            </a:p>
          </p:txBody>
        </p:sp>
      </p:grpSp>
      <p:sp>
        <p:nvSpPr>
          <p:cNvPr id="243" name="Google Shape;243;p22"/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&lt;github.com/Rencikas/techas_2025&gt;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3"/>
          <p:cNvSpPr txBox="1"/>
          <p:nvPr>
            <p:ph type="title"/>
          </p:nvPr>
        </p:nvSpPr>
        <p:spPr>
          <a:xfrm>
            <a:off x="228600" y="863250"/>
            <a:ext cx="5562600" cy="87713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/>
              <a:t>Duomenų bazė</a:t>
            </a:r>
            <a:endParaRPr/>
          </a:p>
        </p:txBody>
      </p:sp>
      <p:sp>
        <p:nvSpPr>
          <p:cNvPr id="249" name="Google Shape;249;p23"/>
          <p:cNvSpPr txBox="1"/>
          <p:nvPr>
            <p:ph idx="1" type="subTitle"/>
          </p:nvPr>
        </p:nvSpPr>
        <p:spPr>
          <a:xfrm>
            <a:off x="457202" y="2754285"/>
            <a:ext cx="8458200" cy="193201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1800"/>
              <a:t>Duomenų bazė kaupia visą informaciją apie registruotus automobilius:</a:t>
            </a:r>
            <a:endParaRPr/>
          </a:p>
          <a:p>
            <a:pPr indent="-2286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t/>
            </a:r>
            <a:endParaRPr sz="1800"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Visi duomenys saugomi tekstiniuose failuose (.txt).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Pasirinkus operaciją „2“, terminale atvaizduojamas tvarkingas visų automobilių sąrašas.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Informacija pateikiama aiškiai suformatuota, kad būtų lengva peržiūrėti.</a:t>
            </a:r>
            <a:endParaRPr/>
          </a:p>
        </p:txBody>
      </p:sp>
      <p:cxnSp>
        <p:nvCxnSpPr>
          <p:cNvPr id="250" name="Google Shape;250;p23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51" name="Google Shape;251;p23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52" name="Google Shape;252;p23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53" name="Google Shape;253;p23"/>
            <p:cNvSpPr txBox="1"/>
            <p:nvPr/>
          </p:nvSpPr>
          <p:spPr>
            <a:xfrm>
              <a:off x="7532914" y="281400"/>
              <a:ext cx="1382488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54" name="Google Shape;254;p23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24" title="futuristic-cityscape-with-glowing-lines.jpg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0" l="1858" r="1858" t="0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4"/>
          <p:cNvSpPr txBox="1"/>
          <p:nvPr>
            <p:ph type="title"/>
          </p:nvPr>
        </p:nvSpPr>
        <p:spPr>
          <a:xfrm>
            <a:off x="3592286" y="2883000"/>
            <a:ext cx="5323114" cy="20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Filtravimo Sistema</a:t>
            </a:r>
            <a:endParaRPr/>
          </a:p>
        </p:txBody>
      </p:sp>
      <p:sp>
        <p:nvSpPr>
          <p:cNvPr id="261" name="Google Shape;261;p24"/>
          <p:cNvSpPr txBox="1"/>
          <p:nvPr>
            <p:ph idx="2" type="title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/>
              <a:t>04</a:t>
            </a:r>
            <a:endParaRPr/>
          </a:p>
        </p:txBody>
      </p:sp>
      <p:cxnSp>
        <p:nvCxnSpPr>
          <p:cNvPr id="262" name="Google Shape;262;p24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63" name="Google Shape;263;p24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64" name="Google Shape;264;p24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65" name="Google Shape;265;p24"/>
            <p:cNvSpPr txBox="1"/>
            <p:nvPr/>
          </p:nvSpPr>
          <p:spPr>
            <a:xfrm>
              <a:off x="7739743" y="281400"/>
              <a:ext cx="1175659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66" name="Google Shape;266;p24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67" name="Google Shape;267;p24"/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&lt;github.com/Rencikas/techas_2025&gt;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5"/>
          <p:cNvSpPr txBox="1"/>
          <p:nvPr>
            <p:ph type="title"/>
          </p:nvPr>
        </p:nvSpPr>
        <p:spPr>
          <a:xfrm>
            <a:off x="228600" y="863250"/>
            <a:ext cx="5562600" cy="87713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Filtravimo Sistema</a:t>
            </a:r>
            <a:endParaRPr/>
          </a:p>
        </p:txBody>
      </p:sp>
      <p:sp>
        <p:nvSpPr>
          <p:cNvPr id="273" name="Google Shape;273;p25"/>
          <p:cNvSpPr txBox="1"/>
          <p:nvPr>
            <p:ph idx="1" type="subTitle"/>
          </p:nvPr>
        </p:nvSpPr>
        <p:spPr>
          <a:xfrm>
            <a:off x="391884" y="1909116"/>
            <a:ext cx="8523516" cy="277718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1800"/>
              <a:t>Pasirinkus operaciją „3“, galima išvesti tik atrinktus duomenis</a:t>
            </a:r>
            <a:endParaRPr b="1" sz="1800"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1800"/>
              <a:t>pagal pasirinktus filtrus: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800"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Automobiliai su pasibaigusia technine apžiūra.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Automobiliai su galiojančia technine apžiūra.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Papildomi filtrai pagal spalvą, kategoriją ar kitus kriterijus.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Tai leidžia greitai surasti tik reikalingus įrašus.</a:t>
            </a:r>
            <a:endParaRPr/>
          </a:p>
          <a:p>
            <a:pPr indent="0" lvl="0" marL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cxnSp>
        <p:nvCxnSpPr>
          <p:cNvPr id="274" name="Google Shape;274;p25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75" name="Google Shape;275;p25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76" name="Google Shape;276;p25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77" name="Google Shape;277;p25"/>
            <p:cNvSpPr txBox="1"/>
            <p:nvPr/>
          </p:nvSpPr>
          <p:spPr>
            <a:xfrm>
              <a:off x="7565571" y="281400"/>
              <a:ext cx="1349831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78" name="Google Shape;278;p25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26" title="futuristic-cityscape-with-glowing-lines.jpg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0" l="1858" r="1858" t="0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26"/>
          <p:cNvSpPr txBox="1"/>
          <p:nvPr>
            <p:ph type="title"/>
          </p:nvPr>
        </p:nvSpPr>
        <p:spPr>
          <a:xfrm>
            <a:off x="2802601" y="2883000"/>
            <a:ext cx="6112799" cy="20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GB"/>
              <a:t>Valdymas</a:t>
            </a:r>
            <a:endParaRPr/>
          </a:p>
        </p:txBody>
      </p:sp>
      <p:sp>
        <p:nvSpPr>
          <p:cNvPr id="285" name="Google Shape;285;p26"/>
          <p:cNvSpPr txBox="1"/>
          <p:nvPr>
            <p:ph idx="2" type="title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/>
              <a:t>05</a:t>
            </a:r>
            <a:endParaRPr/>
          </a:p>
        </p:txBody>
      </p:sp>
      <p:cxnSp>
        <p:nvCxnSpPr>
          <p:cNvPr id="286" name="Google Shape;286;p26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87" name="Google Shape;287;p26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288" name="Google Shape;288;p26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89" name="Google Shape;289;p26"/>
            <p:cNvSpPr txBox="1"/>
            <p:nvPr/>
          </p:nvSpPr>
          <p:spPr>
            <a:xfrm>
              <a:off x="7647000" y="281400"/>
              <a:ext cx="1268402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90" name="Google Shape;290;p26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91" name="Google Shape;291;p26"/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&lt;github.com/Rencikas/techas_2025&gt;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7"/>
          <p:cNvSpPr txBox="1"/>
          <p:nvPr>
            <p:ph type="title"/>
          </p:nvPr>
        </p:nvSpPr>
        <p:spPr>
          <a:xfrm>
            <a:off x="228600" y="863250"/>
            <a:ext cx="7326086" cy="87713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/>
              <a:t>Valdymas</a:t>
            </a:r>
            <a:endParaRPr/>
          </a:p>
        </p:txBody>
      </p:sp>
      <p:sp>
        <p:nvSpPr>
          <p:cNvPr id="297" name="Google Shape;297;p27"/>
          <p:cNvSpPr txBox="1"/>
          <p:nvPr>
            <p:ph idx="1" type="subTitle"/>
          </p:nvPr>
        </p:nvSpPr>
        <p:spPr>
          <a:xfrm>
            <a:off x="228598" y="2661750"/>
            <a:ext cx="8686802" cy="20245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1800"/>
              <a:t>Pasirinkus operaciją „4“, vartotojas gali redaguoti jau registruotus automobilius: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800"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Galima keisti valstybinius numerius, spalvą, markę ar kitus laukus.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Redagavimai iš karto atnaujinami duomenų bazėje.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Tai suteikia galimybę greitai pataisyti netikslumus arba atnaujinti informaciją.</a:t>
            </a:r>
            <a:endParaRPr/>
          </a:p>
          <a:p>
            <a:pPr indent="0" lvl="0" marL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cxnSp>
        <p:nvCxnSpPr>
          <p:cNvPr id="298" name="Google Shape;298;p27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99" name="Google Shape;299;p27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00" name="Google Shape;300;p27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01" name="Google Shape;301;p27"/>
            <p:cNvSpPr txBox="1"/>
            <p:nvPr/>
          </p:nvSpPr>
          <p:spPr>
            <a:xfrm>
              <a:off x="7707086" y="281400"/>
              <a:ext cx="1208316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02" name="Google Shape;302;p27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" name="Google Shape;307;p28" title="futuristic-cityscape-with-glowing-lines.jpg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0" l="1858" r="1858" t="0"/>
          <a:stretch/>
        </p:blipFill>
        <p:spPr>
          <a:xfrm>
            <a:off x="228600" y="1006750"/>
            <a:ext cx="2574001" cy="3908101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8"/>
          <p:cNvSpPr txBox="1"/>
          <p:nvPr>
            <p:ph type="title"/>
          </p:nvPr>
        </p:nvSpPr>
        <p:spPr>
          <a:xfrm>
            <a:off x="4572000" y="2883000"/>
            <a:ext cx="43434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Admin panel</a:t>
            </a:r>
            <a:endParaRPr/>
          </a:p>
        </p:txBody>
      </p:sp>
      <p:sp>
        <p:nvSpPr>
          <p:cNvPr id="309" name="Google Shape;309;p28"/>
          <p:cNvSpPr txBox="1"/>
          <p:nvPr>
            <p:ph idx="2" type="title"/>
          </p:nvPr>
        </p:nvSpPr>
        <p:spPr>
          <a:xfrm>
            <a:off x="7647000" y="1546188"/>
            <a:ext cx="1268400" cy="110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/>
              <a:t>06</a:t>
            </a:r>
            <a:endParaRPr/>
          </a:p>
        </p:txBody>
      </p:sp>
      <p:cxnSp>
        <p:nvCxnSpPr>
          <p:cNvPr id="310" name="Google Shape;310;p28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11" name="Google Shape;311;p28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12" name="Google Shape;312;p28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13" name="Google Shape;313;p28"/>
            <p:cNvSpPr txBox="1"/>
            <p:nvPr/>
          </p:nvSpPr>
          <p:spPr>
            <a:xfrm>
              <a:off x="7282543" y="281400"/>
              <a:ext cx="1632859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14" name="Google Shape;314;p28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315" name="Google Shape;315;p28"/>
          <p:cNvSpPr txBox="1"/>
          <p:nvPr/>
        </p:nvSpPr>
        <p:spPr>
          <a:xfrm rot="-5400000">
            <a:off x="1627650" y="2234500"/>
            <a:ext cx="2578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&lt;github.com/Rencikas/techas_2025&gt;</a:t>
            </a:r>
            <a:endParaRPr/>
          </a:p>
        </p:txBody>
      </p:sp>
    </p:spTree>
  </p:cSld>
  <p:clrMapOvr>
    <a:masterClrMapping/>
  </p:clrMapOvr>
  <p:transition spd="slow">
    <p:push dir="r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9"/>
          <p:cNvSpPr txBox="1"/>
          <p:nvPr>
            <p:ph type="title"/>
          </p:nvPr>
        </p:nvSpPr>
        <p:spPr>
          <a:xfrm>
            <a:off x="228599" y="863250"/>
            <a:ext cx="8022771" cy="87713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Admin panel</a:t>
            </a:r>
            <a:endParaRPr/>
          </a:p>
        </p:txBody>
      </p:sp>
      <p:sp>
        <p:nvSpPr>
          <p:cNvPr id="321" name="Google Shape;321;p29"/>
          <p:cNvSpPr txBox="1"/>
          <p:nvPr>
            <p:ph idx="1" type="subTitle"/>
          </p:nvPr>
        </p:nvSpPr>
        <p:spPr>
          <a:xfrm>
            <a:off x="304802" y="2286201"/>
            <a:ext cx="8610600" cy="240009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1800"/>
              <a:t>Administratoriaus paskyra (operacija „5“) suteikia prieigą 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1800"/>
              <a:t>prie papildomų valdymo funkcijų: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800"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Peržiūrėti visų sistemos darbuotojų (User paskyrų) informaciją.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Registruoti naujas paskyras ar pašalinti esamas.</a:t>
            </a:r>
            <a:endParaRPr/>
          </a:p>
          <a:p>
            <a:pPr indent="-317500" lvl="0" marL="45720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GB" sz="1400"/>
              <a:t>Tai suteikia pilną kontrolę administratoriui ir užtikrina sistemos priežiūrą.</a:t>
            </a:r>
            <a:endParaRPr/>
          </a:p>
          <a:p>
            <a:pPr indent="0" lvl="0" marL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cxnSp>
        <p:nvCxnSpPr>
          <p:cNvPr id="322" name="Google Shape;322;p29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23" name="Google Shape;323;p29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24" name="Google Shape;324;p29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25" name="Google Shape;325;p29"/>
            <p:cNvSpPr txBox="1"/>
            <p:nvPr/>
          </p:nvSpPr>
          <p:spPr>
            <a:xfrm>
              <a:off x="7434943" y="281400"/>
              <a:ext cx="1480459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26" name="Google Shape;326;p29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1" name="Google Shape;331;p30"/>
          <p:cNvCxnSpPr/>
          <p:nvPr/>
        </p:nvCxnSpPr>
        <p:spPr>
          <a:xfrm>
            <a:off x="0" y="45720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32" name="Google Shape;332;p30"/>
          <p:cNvGrpSpPr/>
          <p:nvPr/>
        </p:nvGrpSpPr>
        <p:grpSpPr>
          <a:xfrm>
            <a:off x="228598" y="281400"/>
            <a:ext cx="8686804" cy="123000"/>
            <a:chOff x="228598" y="281400"/>
            <a:chExt cx="8686804" cy="123000"/>
          </a:xfrm>
        </p:grpSpPr>
        <p:sp>
          <p:nvSpPr>
            <p:cNvPr id="333" name="Google Shape;333;p30"/>
            <p:cNvSpPr txBox="1"/>
            <p:nvPr/>
          </p:nvSpPr>
          <p:spPr>
            <a:xfrm>
              <a:off x="4071900" y="281400"/>
              <a:ext cx="10002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Liudvikas Kadys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34" name="Google Shape;334;p30"/>
            <p:cNvSpPr txBox="1"/>
            <p:nvPr/>
          </p:nvSpPr>
          <p:spPr>
            <a:xfrm>
              <a:off x="7522029" y="281400"/>
              <a:ext cx="1393373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Kristijonas Bukavickas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35" name="Google Shape;335;p30"/>
            <p:cNvSpPr txBox="1"/>
            <p:nvPr/>
          </p:nvSpPr>
          <p:spPr>
            <a:xfrm>
              <a:off x="228598" y="281400"/>
              <a:ext cx="10518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GB" sz="800" u="none" cap="none" strike="noStrike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Nedas Miliūnas</a:t>
              </a:r>
              <a:endParaRPr b="1" i="0" sz="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336" name="Google Shape;336;p30"/>
          <p:cNvSpPr txBox="1"/>
          <p:nvPr>
            <p:ph type="title"/>
          </p:nvPr>
        </p:nvSpPr>
        <p:spPr>
          <a:xfrm>
            <a:off x="228598" y="753428"/>
            <a:ext cx="4843502" cy="4108663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6000"/>
              <a:t>Nedas</a:t>
            </a:r>
            <a:br>
              <a:rPr lang="en-GB" sz="6000"/>
            </a:br>
            <a:r>
              <a:rPr lang="en-GB" sz="6000"/>
              <a:t>Kristijonas</a:t>
            </a:r>
            <a:br>
              <a:rPr lang="en-GB" sz="6000"/>
            </a:br>
            <a:r>
              <a:rPr lang="en-GB" sz="6000"/>
              <a:t>Liudvikas</a:t>
            </a:r>
            <a:endParaRPr sz="6000"/>
          </a:p>
        </p:txBody>
      </p:sp>
      <p:sp>
        <p:nvSpPr>
          <p:cNvPr id="337" name="Google Shape;337;p30"/>
          <p:cNvSpPr txBox="1"/>
          <p:nvPr/>
        </p:nvSpPr>
        <p:spPr>
          <a:xfrm>
            <a:off x="6113975" y="4761000"/>
            <a:ext cx="2658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&lt;github.com/Rencikas/techas_2025&gt;</a:t>
            </a:r>
            <a:endParaRPr/>
          </a:p>
        </p:txBody>
      </p:sp>
      <p:sp>
        <p:nvSpPr>
          <p:cNvPr id="338" name="Google Shape;338;p30"/>
          <p:cNvSpPr/>
          <p:nvPr/>
        </p:nvSpPr>
        <p:spPr>
          <a:xfrm>
            <a:off x="4726454" y="3688500"/>
            <a:ext cx="4188947" cy="914400"/>
          </a:xfrm>
          <a:prstGeom prst="rect">
            <a:avLst/>
          </a:prstGeom>
          <a:solidFill>
            <a:srgbClr val="090E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close-up of a keyboard&#10;&#10;AI-generated content may be incorrect." id="339" name="Google Shape;339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26454" y="859999"/>
            <a:ext cx="4188947" cy="33337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3900">
        <p:fade thruBlk="1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stering Code by Slidesgo">
  <a:themeElements>
    <a:clrScheme name="Simple Light">
      <a:dk1>
        <a:srgbClr val="FFFFFF"/>
      </a:dk1>
      <a:lt1>
        <a:srgbClr val="0A0E14"/>
      </a:lt1>
      <a:dk2>
        <a:srgbClr val="FFFFFF"/>
      </a:dk2>
      <a:lt2>
        <a:srgbClr val="00E8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