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IBM Plex Mono" panose="020B0509050203000203" pitchFamily="49" charset="0"/>
      <p:regular r:id="rId19"/>
      <p:bold r:id="rId20"/>
      <p:italic r:id="rId21"/>
      <p:boldItalic r:id="rId22"/>
    </p:embeddedFont>
    <p:embeddedFont>
      <p:font typeface="IBM Plex Mono SemiBold" panose="020B0709050203000203" pitchFamily="49" charset="0"/>
      <p:regular r:id="rId23"/>
      <p:bold r:id="rId24"/>
      <p:italic r:id="rId25"/>
      <p:boldItalic r:id="rId26"/>
    </p:embeddedFont>
    <p:embeddedFont>
      <p:font typeface="Lato" panose="020F0502020204030203" pitchFamily="34" charset="0"/>
      <p:regular r:id="rId27"/>
      <p:bold r:id="rId28"/>
      <p:italic r:id="rId29"/>
      <p:boldItalic r:id="rId30"/>
    </p:embeddedFont>
    <p:embeddedFont>
      <p:font typeface="Roboto" panose="02000000000000000000" pitchFamily="2" charset="0"/>
      <p:regular r:id="rId31"/>
      <p:bold r:id="rId32"/>
      <p:italic r:id="rId33"/>
      <p:boldItalic r:id="rId34"/>
    </p:embeddedFont>
    <p:embeddedFont>
      <p:font typeface="Space Grotesk" panose="020B0604020202020204" charset="0"/>
      <p:regular r:id="rId35"/>
      <p:bold r:id="rId36"/>
    </p:embeddedFont>
    <p:embeddedFont>
      <p:font typeface="Space Grotesk Light" panose="020B0604020202020204" charset="0"/>
      <p:regular r:id="rId37"/>
      <p:bold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300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presProps" Target="presProps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3" name="Google Shape;23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0" name="Google Shape;27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4" name="Google Shape;29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9" name="Google Shape;32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0" name="Google Shape;10;p2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1" name="Google Shape;11;p2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228600" y="1854000"/>
            <a:ext cx="5257800" cy="24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228600" y="4483800"/>
            <a:ext cx="3789000" cy="431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>
            <a:spLocks noGrp="1"/>
          </p:cNvSpPr>
          <p:nvPr>
            <p:ph type="pic" idx="2"/>
          </p:nvPr>
        </p:nvSpPr>
        <p:spPr>
          <a:xfrm>
            <a:off x="6341100" y="1006750"/>
            <a:ext cx="2574000" cy="3908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and description">
  <p:cSld name="BLANK_1_1_1_1_2_1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3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20" name="Google Shape;20;p3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1" name="Google Shape;21;p3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22" name="Google Shape;22;p3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3" name="Google Shape;23;p3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4" name="Google Shape;24;p3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228600" y="4338900"/>
            <a:ext cx="86868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"/>
          </p:nvPr>
        </p:nvSpPr>
        <p:spPr>
          <a:xfrm>
            <a:off x="6193193" y="443975"/>
            <a:ext cx="21966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ubTitle" idx="2"/>
          </p:nvPr>
        </p:nvSpPr>
        <p:spPr>
          <a:xfrm>
            <a:off x="6193193" y="925221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3"/>
          </p:nvPr>
        </p:nvSpPr>
        <p:spPr>
          <a:xfrm>
            <a:off x="6193193" y="1887713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subTitle" idx="4"/>
          </p:nvPr>
        </p:nvSpPr>
        <p:spPr>
          <a:xfrm>
            <a:off x="6193193" y="3331450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5"/>
          </p:nvPr>
        </p:nvSpPr>
        <p:spPr>
          <a:xfrm>
            <a:off x="6193193" y="2850204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ubTitle" idx="6"/>
          </p:nvPr>
        </p:nvSpPr>
        <p:spPr>
          <a:xfrm>
            <a:off x="6193193" y="1406467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2" name="Google Shape;32;p3"/>
          <p:cNvSpPr txBox="1">
            <a:spLocks noGrp="1"/>
          </p:cNvSpPr>
          <p:nvPr>
            <p:ph type="subTitle" idx="7"/>
          </p:nvPr>
        </p:nvSpPr>
        <p:spPr>
          <a:xfrm>
            <a:off x="6193193" y="2368958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title" idx="8"/>
          </p:nvPr>
        </p:nvSpPr>
        <p:spPr>
          <a:xfrm>
            <a:off x="8462400" y="1887554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9"/>
          </p:nvPr>
        </p:nvSpPr>
        <p:spPr>
          <a:xfrm>
            <a:off x="8462400" y="924968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35" name="Google Shape;35;p3"/>
          <p:cNvSpPr txBox="1">
            <a:spLocks noGrp="1"/>
          </p:cNvSpPr>
          <p:nvPr>
            <p:ph type="title" idx="13"/>
          </p:nvPr>
        </p:nvSpPr>
        <p:spPr>
          <a:xfrm>
            <a:off x="8462400" y="2368846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36" name="Google Shape;36;p3"/>
          <p:cNvSpPr txBox="1">
            <a:spLocks noGrp="1"/>
          </p:cNvSpPr>
          <p:nvPr>
            <p:ph type="title" idx="14"/>
          </p:nvPr>
        </p:nvSpPr>
        <p:spPr>
          <a:xfrm>
            <a:off x="8462400" y="2850139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37" name="Google Shape;37;p3"/>
          <p:cNvSpPr txBox="1">
            <a:spLocks noGrp="1"/>
          </p:cNvSpPr>
          <p:nvPr>
            <p:ph type="title" idx="15"/>
          </p:nvPr>
        </p:nvSpPr>
        <p:spPr>
          <a:xfrm>
            <a:off x="8462400" y="443975"/>
            <a:ext cx="453000" cy="310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38" name="Google Shape;38;p3"/>
          <p:cNvSpPr txBox="1">
            <a:spLocks noGrp="1"/>
          </p:cNvSpPr>
          <p:nvPr>
            <p:ph type="title" idx="16"/>
          </p:nvPr>
        </p:nvSpPr>
        <p:spPr>
          <a:xfrm>
            <a:off x="8462400" y="1406261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39" name="Google Shape;39;p3"/>
          <p:cNvSpPr txBox="1">
            <a:spLocks noGrp="1"/>
          </p:cNvSpPr>
          <p:nvPr>
            <p:ph type="title" idx="17"/>
          </p:nvPr>
        </p:nvSpPr>
        <p:spPr>
          <a:xfrm>
            <a:off x="8462400" y="3331432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ubTitle" idx="18"/>
          </p:nvPr>
        </p:nvSpPr>
        <p:spPr>
          <a:xfrm>
            <a:off x="6189850" y="3812700"/>
            <a:ext cx="21966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sz="1600" b="1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41" name="Google Shape;41;p3"/>
          <p:cNvSpPr txBox="1">
            <a:spLocks noGrp="1"/>
          </p:cNvSpPr>
          <p:nvPr>
            <p:ph type="title" idx="19"/>
          </p:nvPr>
        </p:nvSpPr>
        <p:spPr>
          <a:xfrm>
            <a:off x="8462400" y="3812725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16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42" name="Google Shape;42;p3"/>
          <p:cNvSpPr txBox="1">
            <a:spLocks noGrp="1"/>
          </p:cNvSpPr>
          <p:nvPr>
            <p:ph type="subTitle" idx="20"/>
          </p:nvPr>
        </p:nvSpPr>
        <p:spPr>
          <a:xfrm>
            <a:off x="3572100" y="443975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43" name="Google Shape;43;p3"/>
          <p:cNvSpPr txBox="1">
            <a:spLocks noGrp="1"/>
          </p:cNvSpPr>
          <p:nvPr>
            <p:ph type="subTitle" idx="21"/>
          </p:nvPr>
        </p:nvSpPr>
        <p:spPr>
          <a:xfrm>
            <a:off x="3572100" y="925221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44" name="Google Shape;44;p3"/>
          <p:cNvSpPr txBox="1">
            <a:spLocks noGrp="1"/>
          </p:cNvSpPr>
          <p:nvPr>
            <p:ph type="subTitle" idx="22"/>
          </p:nvPr>
        </p:nvSpPr>
        <p:spPr>
          <a:xfrm>
            <a:off x="3572100" y="1406468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45" name="Google Shape;45;p3"/>
          <p:cNvSpPr txBox="1">
            <a:spLocks noGrp="1"/>
          </p:cNvSpPr>
          <p:nvPr>
            <p:ph type="subTitle" idx="23"/>
          </p:nvPr>
        </p:nvSpPr>
        <p:spPr>
          <a:xfrm>
            <a:off x="3572100" y="1887714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46" name="Google Shape;46;p3"/>
          <p:cNvSpPr txBox="1">
            <a:spLocks noGrp="1"/>
          </p:cNvSpPr>
          <p:nvPr>
            <p:ph type="subTitle" idx="24"/>
          </p:nvPr>
        </p:nvSpPr>
        <p:spPr>
          <a:xfrm>
            <a:off x="3572100" y="2368961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25"/>
          </p:nvPr>
        </p:nvSpPr>
        <p:spPr>
          <a:xfrm>
            <a:off x="3572100" y="2850207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ubTitle" idx="26"/>
          </p:nvPr>
        </p:nvSpPr>
        <p:spPr>
          <a:xfrm>
            <a:off x="3572100" y="3331454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subTitle" idx="27"/>
          </p:nvPr>
        </p:nvSpPr>
        <p:spPr>
          <a:xfrm>
            <a:off x="3572100" y="3812700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4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52" name="Google Shape;52;p4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3" name="Google Shape;53;p4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54" name="Google Shape;54;p4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55" name="Google Shape;55;p4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56" name="Google Shape;56;p4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57" name="Google Shape;57;p4"/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55626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4"/>
          <p:cNvSpPr txBox="1">
            <a:spLocks noGrp="1"/>
          </p:cNvSpPr>
          <p:nvPr>
            <p:ph type="subTitle" idx="1"/>
          </p:nvPr>
        </p:nvSpPr>
        <p:spPr>
          <a:xfrm>
            <a:off x="3352800" y="2661750"/>
            <a:ext cx="55626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p5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61" name="Google Shape;61;p5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62" name="Google Shape;62;p5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63" name="Google Shape;63;p5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64" name="Google Shape;64;p5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65" name="Google Shape;65;p5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66" name="Google Shape;66;p5"/>
          <p:cNvSpPr txBox="1">
            <a:spLocks noGrp="1"/>
          </p:cNvSpPr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7" name="Google Shape;67;p5"/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 b="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68" name="Google Shape;68;p5"/>
          <p:cNvSpPr>
            <a:spLocks noGrp="1"/>
          </p:cNvSpPr>
          <p:nvPr>
            <p:ph type="pic" idx="3"/>
          </p:nvPr>
        </p:nvSpPr>
        <p:spPr>
          <a:xfrm>
            <a:off x="228600" y="1006750"/>
            <a:ext cx="2574000" cy="3908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6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71" name="Google Shape;71;p6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72" name="Google Shape;72;p6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73" name="Google Shape;73;p6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4" name="Google Shape;74;p6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5" name="Google Shape;75;p6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76" name="Google Shape;76;p6"/>
          <p:cNvSpPr txBox="1">
            <a:spLocks noGrp="1"/>
          </p:cNvSpPr>
          <p:nvPr>
            <p:ph type="title"/>
          </p:nvPr>
        </p:nvSpPr>
        <p:spPr>
          <a:xfrm>
            <a:off x="228597" y="2513700"/>
            <a:ext cx="3550800" cy="24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7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77" name="Google Shape;77;p6"/>
          <p:cNvSpPr txBox="1">
            <a:spLocks noGrp="1"/>
          </p:cNvSpPr>
          <p:nvPr>
            <p:ph type="subTitle" idx="1"/>
          </p:nvPr>
        </p:nvSpPr>
        <p:spPr>
          <a:xfrm>
            <a:off x="4400375" y="2513700"/>
            <a:ext cx="4448100" cy="11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6"/>
          <p:cNvSpPr txBox="1"/>
          <p:nvPr/>
        </p:nvSpPr>
        <p:spPr>
          <a:xfrm>
            <a:off x="4400375" y="3978450"/>
            <a:ext cx="4448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GB" sz="10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CREDITS:</a:t>
            </a:r>
            <a:r>
              <a:rPr lang="en-GB"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This presentation template was created by </a:t>
            </a:r>
            <a:r>
              <a:rPr lang="en-GB" sz="1000" b="1" i="0" u="none" strike="noStrike" cap="none">
                <a:solidFill>
                  <a:schemeClr val="hlink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2"/>
              </a:rPr>
              <a:t>Slidesgo</a:t>
            </a:r>
            <a:r>
              <a:rPr lang="en-GB"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includes icons, infographics &amp; images by </a:t>
            </a:r>
            <a:r>
              <a:rPr lang="en-GB" sz="1000" b="1" i="0" u="none" strike="noStrike" cap="none">
                <a:solidFill>
                  <a:schemeClr val="hlink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3"/>
              </a:rPr>
              <a:t>Freepik</a:t>
            </a:r>
            <a:r>
              <a:rPr lang="en-GB"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000" b="1" i="0" u="sng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oogle Shape;80;p7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81" name="Google Shape;81;p7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82" name="Google Shape;82;p7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83" name="Google Shape;83;p7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4" name="Google Shape;84;p7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5" name="Google Shape;85;p7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86" name="Google Shape;86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87" name="Google Shape;8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Darker Grotesque SemiBold"/>
              <a:buChar char="●"/>
              <a:defRPr sz="12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oogle Shape;89;p8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90" name="Google Shape;90;p8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91" name="Google Shape;91;p8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92" name="Google Shape;92;p8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3" name="Google Shape;93;p8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4" name="Google Shape;94;p8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95" name="Google Shape;95;p8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8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8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oogle Shape;99;p9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00" name="Google Shape;100;p9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01" name="Google Shape;101;p9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02" name="Google Shape;102;p9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3" name="Google Shape;103;p9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4" name="Google Shape;104;p9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05" name="Google Shape;105;p9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oogle Shape;107;p10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08" name="Google Shape;108;p10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09" name="Google Shape;109;p10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10" name="Google Shape;110;p10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1" name="Google Shape;111;p10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" name="Google Shape;112;p10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13" name="Google Shape;113;p10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0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" name="Google Shape;117;p11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18" name="Google Shape;118;p11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19" name="Google Shape;119;p11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20" name="Google Shape;120;p11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1" name="Google Shape;121;p11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2" name="Google Shape;122;p11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23" name="Google Shape;123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4" name="Google Shape;124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oogle Shape;127;p13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28" name="Google Shape;128;p13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9" name="Google Shape;129;p13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30" name="Google Shape;130;p13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" name="Google Shape;131;p13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" name="Google Shape;132;p13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oogle Shape;134;p14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35" name="Google Shape;135;p14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6" name="Google Shape;136;p14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37" name="Google Shape;137;p14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" name="Google Shape;138;p14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9" name="Google Shape;139;p14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32550" tIns="32550" rIns="32550" bIns="325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endParaRPr sz="498" b="0" i="0" u="none" strike="noStrike" cap="non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sz="26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5"/>
          <p:cNvSpPr txBox="1">
            <a:spLocks noGrp="1"/>
          </p:cNvSpPr>
          <p:nvPr>
            <p:ph type="subTitle" idx="1"/>
          </p:nvPr>
        </p:nvSpPr>
        <p:spPr>
          <a:xfrm>
            <a:off x="228600" y="4483800"/>
            <a:ext cx="3789000" cy="431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/>
              <a:t>Continue</a:t>
            </a:r>
            <a:endParaRPr/>
          </a:p>
        </p:txBody>
      </p:sp>
      <p:sp>
        <p:nvSpPr>
          <p:cNvPr id="145" name="Google Shape;145;p15"/>
          <p:cNvSpPr txBox="1">
            <a:spLocks noGrp="1"/>
          </p:cNvSpPr>
          <p:nvPr>
            <p:ph type="ctrTitle"/>
          </p:nvPr>
        </p:nvSpPr>
        <p:spPr>
          <a:xfrm>
            <a:off x="228600" y="1854000"/>
            <a:ext cx="5257800" cy="24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-GB" sz="4000"/>
              <a:t>Automobilių techninės apžiūros registras</a:t>
            </a:r>
            <a:endParaRPr sz="4000"/>
          </a:p>
        </p:txBody>
      </p:sp>
      <p:cxnSp>
        <p:nvCxnSpPr>
          <p:cNvPr id="146" name="Google Shape;146;p15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47" name="Google Shape;147;p15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148" name="Google Shape;148;p15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49" name="Google Shape;149;p15"/>
            <p:cNvSpPr txBox="1"/>
            <p:nvPr/>
          </p:nvSpPr>
          <p:spPr>
            <a:xfrm>
              <a:off x="7554686" y="281400"/>
              <a:ext cx="1360716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50" name="Google Shape;150;p15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151" name="Google Shape;151;p15"/>
          <p:cNvSpPr txBox="1"/>
          <p:nvPr/>
        </p:nvSpPr>
        <p:spPr>
          <a:xfrm rot="-5400000">
            <a:off x="7740350" y="356415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← &lt;github.com/Rencikas/techas_2025&gt;</a:t>
            </a:r>
            <a:endParaRPr sz="800" b="1" i="0" u="none" strike="noStrike" cap="non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52" name="Google Shape;152;p15" descr="A blue car on a road with green lines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 l="6965" r="7639"/>
          <a:stretch/>
        </p:blipFill>
        <p:spPr>
          <a:xfrm>
            <a:off x="5072100" y="733690"/>
            <a:ext cx="3843000" cy="23524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:fade thruBlk="1"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6"/>
          <p:cNvSpPr txBox="1">
            <a:spLocks noGrp="1"/>
          </p:cNvSpPr>
          <p:nvPr>
            <p:ph type="title"/>
          </p:nvPr>
        </p:nvSpPr>
        <p:spPr>
          <a:xfrm>
            <a:off x="228600" y="4338900"/>
            <a:ext cx="86868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/>
              <a:t>Trumpai</a:t>
            </a:r>
            <a:br>
              <a:rPr lang="en-GB"/>
            </a:br>
            <a:endParaRPr b="0"/>
          </a:p>
        </p:txBody>
      </p:sp>
      <p:sp>
        <p:nvSpPr>
          <p:cNvPr id="158" name="Google Shape;158;p16"/>
          <p:cNvSpPr txBox="1">
            <a:spLocks noGrp="1"/>
          </p:cNvSpPr>
          <p:nvPr>
            <p:ph type="subTitle" idx="1"/>
          </p:nvPr>
        </p:nvSpPr>
        <p:spPr>
          <a:xfrm>
            <a:off x="6193193" y="443975"/>
            <a:ext cx="21966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</a:pPr>
            <a:r>
              <a:rPr lang="en-GB"/>
              <a:t>Log-In Sistema</a:t>
            </a:r>
            <a:endParaRPr/>
          </a:p>
        </p:txBody>
      </p:sp>
      <p:sp>
        <p:nvSpPr>
          <p:cNvPr id="159" name="Google Shape;159;p16"/>
          <p:cNvSpPr txBox="1">
            <a:spLocks noGrp="1"/>
          </p:cNvSpPr>
          <p:nvPr>
            <p:ph type="subTitle" idx="2"/>
          </p:nvPr>
        </p:nvSpPr>
        <p:spPr>
          <a:xfrm>
            <a:off x="5192486" y="925221"/>
            <a:ext cx="3193707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</a:pPr>
            <a:r>
              <a:rPr lang="en-GB"/>
              <a:t>Auto registravimas</a:t>
            </a:r>
            <a:endParaRPr/>
          </a:p>
        </p:txBody>
      </p:sp>
      <p:sp>
        <p:nvSpPr>
          <p:cNvPr id="160" name="Google Shape;160;p16"/>
          <p:cNvSpPr txBox="1">
            <a:spLocks noGrp="1"/>
          </p:cNvSpPr>
          <p:nvPr>
            <p:ph type="subTitle" idx="3"/>
          </p:nvPr>
        </p:nvSpPr>
        <p:spPr>
          <a:xfrm>
            <a:off x="6193193" y="1887713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Filtravimo Sistema</a:t>
            </a:r>
            <a:endParaRPr/>
          </a:p>
        </p:txBody>
      </p:sp>
      <p:sp>
        <p:nvSpPr>
          <p:cNvPr id="161" name="Google Shape;161;p16"/>
          <p:cNvSpPr txBox="1">
            <a:spLocks noGrp="1"/>
          </p:cNvSpPr>
          <p:nvPr>
            <p:ph type="subTitle" idx="5"/>
          </p:nvPr>
        </p:nvSpPr>
        <p:spPr>
          <a:xfrm>
            <a:off x="6193193" y="2850204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Admin panel</a:t>
            </a:r>
            <a:endParaRPr/>
          </a:p>
        </p:txBody>
      </p:sp>
      <p:sp>
        <p:nvSpPr>
          <p:cNvPr id="162" name="Google Shape;162;p16"/>
          <p:cNvSpPr txBox="1">
            <a:spLocks noGrp="1"/>
          </p:cNvSpPr>
          <p:nvPr>
            <p:ph type="subTitle" idx="6"/>
          </p:nvPr>
        </p:nvSpPr>
        <p:spPr>
          <a:xfrm>
            <a:off x="6193193" y="1406467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</a:pPr>
            <a:r>
              <a:rPr lang="en-GB"/>
              <a:t>Duomenų bazė</a:t>
            </a:r>
            <a:endParaRPr/>
          </a:p>
        </p:txBody>
      </p:sp>
      <p:sp>
        <p:nvSpPr>
          <p:cNvPr id="163" name="Google Shape;163;p16"/>
          <p:cNvSpPr txBox="1">
            <a:spLocks noGrp="1"/>
          </p:cNvSpPr>
          <p:nvPr>
            <p:ph type="subTitle" idx="7"/>
          </p:nvPr>
        </p:nvSpPr>
        <p:spPr>
          <a:xfrm>
            <a:off x="6193193" y="2368958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Valdymas</a:t>
            </a:r>
            <a:endParaRPr/>
          </a:p>
        </p:txBody>
      </p:sp>
      <p:sp>
        <p:nvSpPr>
          <p:cNvPr id="164" name="Google Shape;164;p16"/>
          <p:cNvSpPr txBox="1">
            <a:spLocks noGrp="1"/>
          </p:cNvSpPr>
          <p:nvPr>
            <p:ph type="title" idx="8"/>
          </p:nvPr>
        </p:nvSpPr>
        <p:spPr>
          <a:xfrm>
            <a:off x="8462400" y="1887554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04</a:t>
            </a:r>
            <a:endParaRPr/>
          </a:p>
        </p:txBody>
      </p:sp>
      <p:sp>
        <p:nvSpPr>
          <p:cNvPr id="165" name="Google Shape;165;p16"/>
          <p:cNvSpPr txBox="1">
            <a:spLocks noGrp="1"/>
          </p:cNvSpPr>
          <p:nvPr>
            <p:ph type="title" idx="9"/>
          </p:nvPr>
        </p:nvSpPr>
        <p:spPr>
          <a:xfrm>
            <a:off x="8462400" y="924968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02</a:t>
            </a:r>
            <a:endParaRPr/>
          </a:p>
        </p:txBody>
      </p:sp>
      <p:sp>
        <p:nvSpPr>
          <p:cNvPr id="166" name="Google Shape;166;p16"/>
          <p:cNvSpPr txBox="1">
            <a:spLocks noGrp="1"/>
          </p:cNvSpPr>
          <p:nvPr>
            <p:ph type="title" idx="13"/>
          </p:nvPr>
        </p:nvSpPr>
        <p:spPr>
          <a:xfrm>
            <a:off x="8462400" y="2368846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05</a:t>
            </a:r>
            <a:endParaRPr/>
          </a:p>
        </p:txBody>
      </p:sp>
      <p:sp>
        <p:nvSpPr>
          <p:cNvPr id="167" name="Google Shape;167;p16"/>
          <p:cNvSpPr txBox="1">
            <a:spLocks noGrp="1"/>
          </p:cNvSpPr>
          <p:nvPr>
            <p:ph type="title" idx="14"/>
          </p:nvPr>
        </p:nvSpPr>
        <p:spPr>
          <a:xfrm>
            <a:off x="8462400" y="2850139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06</a:t>
            </a:r>
            <a:endParaRPr/>
          </a:p>
        </p:txBody>
      </p:sp>
      <p:sp>
        <p:nvSpPr>
          <p:cNvPr id="168" name="Google Shape;168;p16"/>
          <p:cNvSpPr txBox="1">
            <a:spLocks noGrp="1"/>
          </p:cNvSpPr>
          <p:nvPr>
            <p:ph type="title" idx="15"/>
          </p:nvPr>
        </p:nvSpPr>
        <p:spPr>
          <a:xfrm>
            <a:off x="8462400" y="443975"/>
            <a:ext cx="453000" cy="310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01</a:t>
            </a:r>
            <a:endParaRPr/>
          </a:p>
        </p:txBody>
      </p:sp>
      <p:sp>
        <p:nvSpPr>
          <p:cNvPr id="169" name="Google Shape;169;p16"/>
          <p:cNvSpPr txBox="1">
            <a:spLocks noGrp="1"/>
          </p:cNvSpPr>
          <p:nvPr>
            <p:ph type="title" idx="16"/>
          </p:nvPr>
        </p:nvSpPr>
        <p:spPr>
          <a:xfrm>
            <a:off x="8462400" y="1406261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03</a:t>
            </a:r>
            <a:endParaRPr/>
          </a:p>
        </p:txBody>
      </p:sp>
      <p:cxnSp>
        <p:nvCxnSpPr>
          <p:cNvPr id="170" name="Google Shape;170;p16"/>
          <p:cNvCxnSpPr/>
          <p:nvPr/>
        </p:nvCxnSpPr>
        <p:spPr>
          <a:xfrm>
            <a:off x="0" y="49149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1" name="Google Shape;171;p16"/>
          <p:cNvSpPr txBox="1">
            <a:spLocks noGrp="1"/>
          </p:cNvSpPr>
          <p:nvPr>
            <p:ph type="subTitle" idx="20"/>
          </p:nvPr>
        </p:nvSpPr>
        <p:spPr>
          <a:xfrm>
            <a:off x="1849779" y="443675"/>
            <a:ext cx="3537086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Prisijungimai prie paskirų  (Darbuotoju, Admin)</a:t>
            </a:r>
            <a:endParaRPr/>
          </a:p>
        </p:txBody>
      </p:sp>
      <p:sp>
        <p:nvSpPr>
          <p:cNvPr id="172" name="Google Shape;172;p16"/>
          <p:cNvSpPr txBox="1">
            <a:spLocks noGrp="1"/>
          </p:cNvSpPr>
          <p:nvPr>
            <p:ph type="subTitle" idx="21"/>
          </p:nvPr>
        </p:nvSpPr>
        <p:spPr>
          <a:xfrm>
            <a:off x="1328058" y="910001"/>
            <a:ext cx="4058807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valst. nr, pavadinimas, spalva, kuras, kategorija</a:t>
            </a:r>
            <a:endParaRPr/>
          </a:p>
        </p:txBody>
      </p:sp>
      <p:sp>
        <p:nvSpPr>
          <p:cNvPr id="173" name="Google Shape;173;p16"/>
          <p:cNvSpPr txBox="1">
            <a:spLocks noGrp="1"/>
          </p:cNvSpPr>
          <p:nvPr>
            <p:ph type="subTitle" idx="22"/>
          </p:nvPr>
        </p:nvSpPr>
        <p:spPr>
          <a:xfrm>
            <a:off x="1981201" y="1391294"/>
            <a:ext cx="3405664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Duomenų bazė su paieškos funkcija </a:t>
            </a:r>
            <a:endParaRPr/>
          </a:p>
        </p:txBody>
      </p:sp>
      <p:sp>
        <p:nvSpPr>
          <p:cNvPr id="174" name="Google Shape;174;p16"/>
          <p:cNvSpPr txBox="1">
            <a:spLocks noGrp="1"/>
          </p:cNvSpPr>
          <p:nvPr>
            <p:ph type="subTitle" idx="23"/>
          </p:nvPr>
        </p:nvSpPr>
        <p:spPr>
          <a:xfrm>
            <a:off x="2765765" y="1872587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Duomenų bazė su filtravimu</a:t>
            </a:r>
            <a:endParaRPr/>
          </a:p>
        </p:txBody>
      </p:sp>
      <p:sp>
        <p:nvSpPr>
          <p:cNvPr id="175" name="Google Shape;175;p16"/>
          <p:cNvSpPr txBox="1">
            <a:spLocks noGrp="1"/>
          </p:cNvSpPr>
          <p:nvPr>
            <p:ph type="subTitle" idx="24"/>
          </p:nvPr>
        </p:nvSpPr>
        <p:spPr>
          <a:xfrm>
            <a:off x="2765765" y="2306167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Tech apžiūros. valdymas.</a:t>
            </a:r>
            <a:endParaRPr/>
          </a:p>
        </p:txBody>
      </p:sp>
      <p:sp>
        <p:nvSpPr>
          <p:cNvPr id="176" name="Google Shape;176;p16"/>
          <p:cNvSpPr txBox="1">
            <a:spLocks noGrp="1"/>
          </p:cNvSpPr>
          <p:nvPr>
            <p:ph type="subTitle" idx="25"/>
          </p:nvPr>
        </p:nvSpPr>
        <p:spPr>
          <a:xfrm>
            <a:off x="228600" y="2834814"/>
            <a:ext cx="5158265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Administratoriaus langas kuriame bus galima matyt visus darbuotojus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:fade thruBlk="1"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17" descr="A screen shot of a black background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44039" y="339767"/>
            <a:ext cx="3408153" cy="4667165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7"/>
          <p:cNvSpPr txBox="1"/>
          <p:nvPr/>
        </p:nvSpPr>
        <p:spPr>
          <a:xfrm>
            <a:off x="301698" y="470264"/>
            <a:ext cx="4270302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5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Darbų</a:t>
            </a:r>
            <a:r>
              <a:rPr lang="en-GB" sz="45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45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Pasiskirstimas</a:t>
            </a:r>
            <a:endParaRPr dirty="0"/>
          </a:p>
        </p:txBody>
      </p:sp>
      <p:pic>
        <p:nvPicPr>
          <p:cNvPr id="183" name="Google Shape;183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3118" y="2058623"/>
            <a:ext cx="4118882" cy="2745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>
            <a:spLocks noGrp="1"/>
          </p:cNvSpPr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GB"/>
              <a:t>Log-In Sistema</a:t>
            </a:r>
            <a:endParaRPr/>
          </a:p>
        </p:txBody>
      </p:sp>
      <p:sp>
        <p:nvSpPr>
          <p:cNvPr id="189" name="Google Shape;189;p18"/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01</a:t>
            </a:r>
            <a:endParaRPr/>
          </a:p>
        </p:txBody>
      </p:sp>
      <p:cxnSp>
        <p:nvCxnSpPr>
          <p:cNvPr id="190" name="Google Shape;190;p18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91" name="Google Shape;191;p18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192" name="Google Shape;192;p18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3" name="Google Shape;193;p18"/>
            <p:cNvSpPr txBox="1"/>
            <p:nvPr/>
          </p:nvSpPr>
          <p:spPr>
            <a:xfrm>
              <a:off x="7456714" y="356818"/>
              <a:ext cx="1458688" cy="475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/>
            </a:p>
          </p:txBody>
        </p:sp>
      </p:grpSp>
      <p:sp>
        <p:nvSpPr>
          <p:cNvPr id="195" name="Google Shape;195;p18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  <p:pic>
        <p:nvPicPr>
          <p:cNvPr id="2" name="Google Shape;345;p32" title="futuristic-cityscape-with-glowing-lines.jpg">
            <a:extLst>
              <a:ext uri="{FF2B5EF4-FFF2-40B4-BE49-F238E27FC236}">
                <a16:creationId xmlns:a16="http://schemas.microsoft.com/office/drawing/2014/main" id="{7B3E51F6-8CD0-CEEB-1E26-BCC02E5CBCE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9"/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55626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/>
              <a:t>Log-In Sistema</a:t>
            </a:r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1"/>
          </p:nvPr>
        </p:nvSpPr>
        <p:spPr>
          <a:xfrm>
            <a:off x="228599" y="2323882"/>
            <a:ext cx="8686802" cy="236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800" b="1" dirty="0"/>
              <a:t>Sign-Up - </a:t>
            </a:r>
            <a:r>
              <a:rPr lang="en-GB" sz="1800" b="1" dirty="0" err="1"/>
              <a:t>norint</a:t>
            </a:r>
            <a:r>
              <a:rPr lang="en-GB" sz="1800" b="1" dirty="0"/>
              <a:t> </a:t>
            </a:r>
            <a:r>
              <a:rPr lang="en-GB" sz="1800" b="1" dirty="0" err="1"/>
              <a:t>sukurti</a:t>
            </a:r>
            <a:r>
              <a:rPr lang="en-GB" sz="1800" b="1" dirty="0"/>
              <a:t> </a:t>
            </a:r>
            <a:r>
              <a:rPr lang="en-GB" sz="1800" b="1" dirty="0" err="1"/>
              <a:t>naują</a:t>
            </a:r>
            <a:r>
              <a:rPr lang="en-GB" sz="1800" b="1" dirty="0"/>
              <a:t> </a:t>
            </a:r>
            <a:r>
              <a:rPr lang="en-GB" sz="1800" b="1" dirty="0" err="1"/>
              <a:t>paskyra</a:t>
            </a:r>
            <a:endParaRPr sz="1800" b="1" dirty="0"/>
          </a:p>
          <a:p>
            <a:pPr marL="457200" lvl="0" indent="-31750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800" b="1" dirty="0"/>
              <a:t>Log-In - </a:t>
            </a:r>
            <a:r>
              <a:rPr lang="en-GB" sz="1800" b="1" dirty="0" err="1"/>
              <a:t>prisijungti</a:t>
            </a:r>
            <a:r>
              <a:rPr lang="en-GB" sz="1800" b="1" dirty="0"/>
              <a:t> </a:t>
            </a:r>
            <a:r>
              <a:rPr lang="en-GB" sz="1800" b="1" dirty="0" err="1"/>
              <a:t>su</a:t>
            </a:r>
            <a:r>
              <a:rPr lang="en-GB" sz="1800" b="1" dirty="0"/>
              <a:t> </a:t>
            </a:r>
            <a:r>
              <a:rPr lang="en-GB" sz="1800" b="1" dirty="0" err="1"/>
              <a:t>egzistuojančia</a:t>
            </a:r>
            <a:r>
              <a:rPr lang="en-GB" sz="1800" b="1" dirty="0"/>
              <a:t> </a:t>
            </a:r>
            <a:r>
              <a:rPr lang="en-GB" sz="1800" b="1" dirty="0" err="1"/>
              <a:t>paskyra</a:t>
            </a:r>
            <a:endParaRPr sz="1800" b="1" dirty="0"/>
          </a:p>
          <a:p>
            <a:pPr marL="457200" lvl="0" indent="-31750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800" b="1" dirty="0"/>
              <a:t>Exit - </a:t>
            </a:r>
            <a:r>
              <a:rPr lang="en-GB" sz="1800" b="1" dirty="0" err="1"/>
              <a:t>Išeiti</a:t>
            </a:r>
            <a:r>
              <a:rPr lang="en-GB" sz="1800" b="1" dirty="0"/>
              <a:t> </a:t>
            </a:r>
            <a:r>
              <a:rPr lang="en-GB" sz="1800" b="1" dirty="0" err="1"/>
              <a:t>ir</a:t>
            </a:r>
            <a:r>
              <a:rPr lang="en-GB" sz="1800" b="1" dirty="0"/>
              <a:t> </a:t>
            </a:r>
            <a:r>
              <a:rPr lang="en-GB" sz="1800" b="1" dirty="0" err="1"/>
              <a:t>uždaryti</a:t>
            </a:r>
            <a:r>
              <a:rPr lang="en-GB" sz="1800" b="1" dirty="0"/>
              <a:t> </a:t>
            </a:r>
            <a:r>
              <a:rPr lang="en-GB" sz="1800" b="1" dirty="0" err="1"/>
              <a:t>programa</a:t>
            </a:r>
            <a:endParaRPr dirty="0"/>
          </a:p>
        </p:txBody>
      </p:sp>
      <p:cxnSp>
        <p:nvCxnSpPr>
          <p:cNvPr id="202" name="Google Shape;202;p19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03" name="Google Shape;203;p19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04" name="Google Shape;204;p19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5" name="Google Shape;205;p19"/>
            <p:cNvSpPr txBox="1"/>
            <p:nvPr/>
          </p:nvSpPr>
          <p:spPr>
            <a:xfrm>
              <a:off x="7456714" y="281400"/>
              <a:ext cx="1458688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6" name="Google Shape;206;p19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3A5F0D5-DF84-0F72-99A8-1C9D461AE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52" y="2226901"/>
            <a:ext cx="3248478" cy="15813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0" title="futuristic-cityscape-with-glowing-lines.jpg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>
            <a:spLocks noGrp="1"/>
          </p:cNvSpPr>
          <p:nvPr>
            <p:ph type="title"/>
          </p:nvPr>
        </p:nvSpPr>
        <p:spPr>
          <a:xfrm>
            <a:off x="2802601" y="2883000"/>
            <a:ext cx="6112799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GB"/>
              <a:t>Auto registravimas</a:t>
            </a:r>
            <a:endParaRPr/>
          </a:p>
        </p:txBody>
      </p:sp>
      <p:sp>
        <p:nvSpPr>
          <p:cNvPr id="213" name="Google Shape;213;p20"/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02</a:t>
            </a:r>
            <a:endParaRPr/>
          </a:p>
        </p:txBody>
      </p:sp>
      <p:cxnSp>
        <p:nvCxnSpPr>
          <p:cNvPr id="214" name="Google Shape;214;p20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15" name="Google Shape;215;p20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16" name="Google Shape;216;p20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7" name="Google Shape;217;p20"/>
            <p:cNvSpPr txBox="1"/>
            <p:nvPr/>
          </p:nvSpPr>
          <p:spPr>
            <a:xfrm>
              <a:off x="7445829" y="281400"/>
              <a:ext cx="14695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8" name="Google Shape;218;p20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/>
            </a:p>
          </p:txBody>
        </p:sp>
      </p:grpSp>
      <p:sp>
        <p:nvSpPr>
          <p:cNvPr id="219" name="Google Shape;219;p20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</p:spTree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1"/>
          <p:cNvSpPr txBox="1">
            <a:spLocks noGrp="1"/>
          </p:cNvSpPr>
          <p:nvPr>
            <p:ph type="title"/>
          </p:nvPr>
        </p:nvSpPr>
        <p:spPr>
          <a:xfrm>
            <a:off x="3664528" y="374369"/>
            <a:ext cx="5704336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dirty="0"/>
              <a:t>Auto </a:t>
            </a:r>
            <a:r>
              <a:rPr lang="en-GB" dirty="0" err="1"/>
              <a:t>registravimas</a:t>
            </a:r>
            <a:endParaRPr dirty="0"/>
          </a:p>
        </p:txBody>
      </p:sp>
      <p:sp>
        <p:nvSpPr>
          <p:cNvPr id="225" name="Google Shape;225;p21"/>
          <p:cNvSpPr txBox="1">
            <a:spLocks noGrp="1"/>
          </p:cNvSpPr>
          <p:nvPr>
            <p:ph type="subTitle" idx="1"/>
          </p:nvPr>
        </p:nvSpPr>
        <p:spPr>
          <a:xfrm>
            <a:off x="364671" y="3487522"/>
            <a:ext cx="8414657" cy="2019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</a:pPr>
            <a:r>
              <a:rPr lang="en-US" dirty="0"/>
              <a:t>• </a:t>
            </a:r>
            <a:r>
              <a:rPr lang="lt-LT" dirty="0"/>
              <a:t>Numeriai su tarpais ir be tarpo, taip pat numeriai privalo turėti bent vieną skaičių </a:t>
            </a:r>
            <a:br>
              <a:rPr lang="en-US" dirty="0"/>
            </a:br>
            <a:r>
              <a:rPr lang="en-US" dirty="0"/>
              <a:t>• </a:t>
            </a:r>
            <a:r>
              <a:rPr lang="lt-LT" dirty="0"/>
              <a:t>Pilnas markės ir kėbulo pavadinimo nurodymas </a:t>
            </a:r>
            <a:br>
              <a:rPr lang="en-US" dirty="0"/>
            </a:br>
            <a:r>
              <a:rPr lang="en-US" dirty="0"/>
              <a:t>• </a:t>
            </a:r>
            <a:r>
              <a:rPr lang="lt-LT" dirty="0"/>
              <a:t>Kuro pasirinkimas pagal nurodyta opcijos numerį </a:t>
            </a:r>
            <a:br>
              <a:rPr lang="en-US" dirty="0"/>
            </a:br>
            <a:r>
              <a:rPr lang="en-US" dirty="0"/>
              <a:t>• </a:t>
            </a:r>
            <a:r>
              <a:rPr lang="lt-LT" dirty="0"/>
              <a:t>Kategorijos pasirinkimas iš egzistuojančio sąrašo </a:t>
            </a:r>
            <a:br>
              <a:rPr lang="en-US" dirty="0"/>
            </a:br>
            <a:r>
              <a:rPr lang="en-US" dirty="0"/>
              <a:t>• </a:t>
            </a:r>
            <a:r>
              <a:rPr lang="lt-LT" dirty="0"/>
              <a:t>Galimybė perrašyti egzistuojančio auto informacija</a:t>
            </a:r>
            <a:endParaRPr sz="1400" dirty="0"/>
          </a:p>
        </p:txBody>
      </p:sp>
      <p:cxnSp>
        <p:nvCxnSpPr>
          <p:cNvPr id="226" name="Google Shape;226;p21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27" name="Google Shape;227;p21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28" name="Google Shape;228;p21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9" name="Google Shape;229;p21"/>
            <p:cNvSpPr txBox="1"/>
            <p:nvPr/>
          </p:nvSpPr>
          <p:spPr>
            <a:xfrm>
              <a:off x="7674429" y="281400"/>
              <a:ext cx="12409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30" name="Google Shape;230;p21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85907CD-837C-3AB3-F7DB-1DC7B5460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38" y="1186389"/>
            <a:ext cx="4344681" cy="21582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22" title="futuristic-cityscape-with-glowing-lines.jpg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2"/>
          <p:cNvSpPr txBox="1">
            <a:spLocks noGrp="1"/>
          </p:cNvSpPr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GB"/>
              <a:t>Duomenų bazė</a:t>
            </a:r>
            <a:endParaRPr/>
          </a:p>
        </p:txBody>
      </p:sp>
      <p:sp>
        <p:nvSpPr>
          <p:cNvPr id="237" name="Google Shape;237;p22"/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03</a:t>
            </a:r>
            <a:endParaRPr/>
          </a:p>
        </p:txBody>
      </p:sp>
      <p:cxnSp>
        <p:nvCxnSpPr>
          <p:cNvPr id="238" name="Google Shape;238;p22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39" name="Google Shape;239;p22"/>
          <p:cNvGrpSpPr/>
          <p:nvPr/>
        </p:nvGrpSpPr>
        <p:grpSpPr>
          <a:xfrm>
            <a:off x="228598" y="228588"/>
            <a:ext cx="8686804" cy="175812"/>
            <a:chOff x="228598" y="228588"/>
            <a:chExt cx="8686804" cy="175812"/>
          </a:xfrm>
        </p:grpSpPr>
        <p:sp>
          <p:nvSpPr>
            <p:cNvPr id="240" name="Google Shape;240;p22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1" name="Google Shape;241;p22"/>
            <p:cNvSpPr txBox="1"/>
            <p:nvPr/>
          </p:nvSpPr>
          <p:spPr>
            <a:xfrm>
              <a:off x="7647000" y="228588"/>
              <a:ext cx="1268402" cy="1758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2" name="Google Shape;242;p22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/>
            </a:p>
          </p:txBody>
        </p:sp>
      </p:grpSp>
      <p:sp>
        <p:nvSpPr>
          <p:cNvPr id="243" name="Google Shape;243;p22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3"/>
          <p:cNvSpPr txBox="1">
            <a:spLocks noGrp="1"/>
          </p:cNvSpPr>
          <p:nvPr>
            <p:ph type="title"/>
          </p:nvPr>
        </p:nvSpPr>
        <p:spPr>
          <a:xfrm>
            <a:off x="228600" y="863250"/>
            <a:ext cx="55626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/>
              <a:t>Duomenų bazė</a:t>
            </a:r>
            <a:endParaRPr/>
          </a:p>
        </p:txBody>
      </p:sp>
      <p:sp>
        <p:nvSpPr>
          <p:cNvPr id="249" name="Google Shape;249;p23"/>
          <p:cNvSpPr txBox="1">
            <a:spLocks noGrp="1"/>
          </p:cNvSpPr>
          <p:nvPr>
            <p:ph type="subTitle" idx="1"/>
          </p:nvPr>
        </p:nvSpPr>
        <p:spPr>
          <a:xfrm>
            <a:off x="-234042" y="2100601"/>
            <a:ext cx="8458200" cy="1932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fontAlgn="base"/>
            <a:r>
              <a:rPr lang="lt-LT" sz="2000" b="1" dirty="0"/>
              <a:t>Galimybė išvesti norimą kiekį užregistruotų mašinų į ekraną</a:t>
            </a:r>
          </a:p>
        </p:txBody>
      </p:sp>
      <p:cxnSp>
        <p:nvCxnSpPr>
          <p:cNvPr id="250" name="Google Shape;250;p23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51" name="Google Shape;251;p23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52" name="Google Shape;252;p23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3" name="Google Shape;253;p23"/>
            <p:cNvSpPr txBox="1"/>
            <p:nvPr/>
          </p:nvSpPr>
          <p:spPr>
            <a:xfrm>
              <a:off x="7532914" y="281400"/>
              <a:ext cx="1382488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4" name="Google Shape;254;p23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" name="AutoShape 2">
            <a:extLst>
              <a:ext uri="{FF2B5EF4-FFF2-40B4-BE49-F238E27FC236}">
                <a16:creationId xmlns:a16="http://schemas.microsoft.com/office/drawing/2014/main" id="{BFC219A9-BD31-3A5E-619D-7A356F23DC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>
            <a:extLst>
              <a:ext uri="{FF2B5EF4-FFF2-40B4-BE49-F238E27FC236}">
                <a16:creationId xmlns:a16="http://schemas.microsoft.com/office/drawing/2014/main" id="{1901520E-E944-7408-5DA2-77D7AA00F7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6">
            <a:extLst>
              <a:ext uri="{FF2B5EF4-FFF2-40B4-BE49-F238E27FC236}">
                <a16:creationId xmlns:a16="http://schemas.microsoft.com/office/drawing/2014/main" id="{31574449-0AB7-4CB1-E069-211C751BF06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24400" y="27241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DD8766CE-919A-D759-8B45-7E9AF0F4D56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6800" y="28765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DADCA4-DB78-FB87-D4D6-F5D2CFD25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73" y="2683299"/>
            <a:ext cx="8294255" cy="915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24" title="futuristic-cityscape-with-glowing-lines.jpg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4"/>
          <p:cNvSpPr txBox="1">
            <a:spLocks noGrp="1"/>
          </p:cNvSpPr>
          <p:nvPr>
            <p:ph type="title"/>
          </p:nvPr>
        </p:nvSpPr>
        <p:spPr>
          <a:xfrm>
            <a:off x="3592286" y="2883000"/>
            <a:ext cx="5323114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Filtravimo Sistema</a:t>
            </a:r>
            <a:endParaRPr/>
          </a:p>
        </p:txBody>
      </p:sp>
      <p:sp>
        <p:nvSpPr>
          <p:cNvPr id="261" name="Google Shape;261;p24"/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04</a:t>
            </a:r>
            <a:endParaRPr/>
          </a:p>
        </p:txBody>
      </p:sp>
      <p:cxnSp>
        <p:nvCxnSpPr>
          <p:cNvPr id="262" name="Google Shape;262;p24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63" name="Google Shape;263;p24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64" name="Google Shape;264;p24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65" name="Google Shape;265;p24"/>
            <p:cNvSpPr txBox="1"/>
            <p:nvPr/>
          </p:nvSpPr>
          <p:spPr>
            <a:xfrm>
              <a:off x="7739743" y="281400"/>
              <a:ext cx="11756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66" name="Google Shape;266;p24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67" name="Google Shape;267;p24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5"/>
          <p:cNvSpPr txBox="1">
            <a:spLocks noGrp="1"/>
          </p:cNvSpPr>
          <p:nvPr>
            <p:ph type="title"/>
          </p:nvPr>
        </p:nvSpPr>
        <p:spPr>
          <a:xfrm>
            <a:off x="228598" y="841591"/>
            <a:ext cx="55626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dirty="0" err="1"/>
              <a:t>Filtravimo</a:t>
            </a:r>
            <a:r>
              <a:rPr lang="en-GB" dirty="0"/>
              <a:t> Sistema</a:t>
            </a:r>
            <a:endParaRPr dirty="0"/>
          </a:p>
        </p:txBody>
      </p:sp>
      <p:sp>
        <p:nvSpPr>
          <p:cNvPr id="273" name="Google Shape;273;p25"/>
          <p:cNvSpPr txBox="1">
            <a:spLocks noGrp="1"/>
          </p:cNvSpPr>
          <p:nvPr>
            <p:ph type="subTitle" idx="1"/>
          </p:nvPr>
        </p:nvSpPr>
        <p:spPr>
          <a:xfrm>
            <a:off x="228598" y="1876788"/>
            <a:ext cx="7945581" cy="2777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lt-LT" sz="1400" b="1" dirty="0"/>
              <a:t>Galimybė išfiltruoti tr.priemonės su galiojančia/negaliojančia TA bei papildomais filtrais</a:t>
            </a:r>
            <a:endParaRPr sz="1400" dirty="0"/>
          </a:p>
        </p:txBody>
      </p:sp>
      <p:cxnSp>
        <p:nvCxnSpPr>
          <p:cNvPr id="274" name="Google Shape;274;p25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75" name="Google Shape;275;p25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76" name="Google Shape;276;p25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77" name="Google Shape;277;p25"/>
            <p:cNvSpPr txBox="1"/>
            <p:nvPr/>
          </p:nvSpPr>
          <p:spPr>
            <a:xfrm>
              <a:off x="7565571" y="281400"/>
              <a:ext cx="1349831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78" name="Google Shape;278;p25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4E4B19E4-01CD-2C53-F08E-1379CFB41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147" y="2310328"/>
            <a:ext cx="7853271" cy="21855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6" title="futuristic-cityscape-with-glowing-lines.jpg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6"/>
          <p:cNvSpPr txBox="1">
            <a:spLocks noGrp="1"/>
          </p:cNvSpPr>
          <p:nvPr>
            <p:ph type="title"/>
          </p:nvPr>
        </p:nvSpPr>
        <p:spPr>
          <a:xfrm>
            <a:off x="2802601" y="2883000"/>
            <a:ext cx="6112799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GB"/>
              <a:t>Valdymas</a:t>
            </a:r>
            <a:endParaRPr/>
          </a:p>
        </p:txBody>
      </p:sp>
      <p:sp>
        <p:nvSpPr>
          <p:cNvPr id="285" name="Google Shape;285;p26"/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05</a:t>
            </a:r>
            <a:endParaRPr/>
          </a:p>
        </p:txBody>
      </p:sp>
      <p:cxnSp>
        <p:nvCxnSpPr>
          <p:cNvPr id="286" name="Google Shape;286;p26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87" name="Google Shape;287;p26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88" name="Google Shape;288;p26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89" name="Google Shape;289;p26"/>
            <p:cNvSpPr txBox="1"/>
            <p:nvPr/>
          </p:nvSpPr>
          <p:spPr>
            <a:xfrm>
              <a:off x="7647000" y="281400"/>
              <a:ext cx="1268402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90" name="Google Shape;290;p26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91" name="Google Shape;291;p26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7"/>
          <p:cNvSpPr txBox="1">
            <a:spLocks noGrp="1"/>
          </p:cNvSpPr>
          <p:nvPr>
            <p:ph type="title"/>
          </p:nvPr>
        </p:nvSpPr>
        <p:spPr>
          <a:xfrm>
            <a:off x="228598" y="863249"/>
            <a:ext cx="7326086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/>
              <a:t>Valdymas</a:t>
            </a:r>
            <a:endParaRPr/>
          </a:p>
        </p:txBody>
      </p:sp>
      <p:sp>
        <p:nvSpPr>
          <p:cNvPr id="297" name="Google Shape;297;p27"/>
          <p:cNvSpPr txBox="1">
            <a:spLocks noGrp="1"/>
          </p:cNvSpPr>
          <p:nvPr>
            <p:ph type="subTitle" idx="1"/>
          </p:nvPr>
        </p:nvSpPr>
        <p:spPr>
          <a:xfrm>
            <a:off x="256706" y="1838395"/>
            <a:ext cx="8054538" cy="202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lt-LT" sz="1800" b="1" dirty="0"/>
              <a:t>Galimybė atnaujinti tr.priemonės TA datą arba redaguoti duomenis</a:t>
            </a:r>
            <a:endParaRPr sz="1400" dirty="0"/>
          </a:p>
        </p:txBody>
      </p:sp>
      <p:cxnSp>
        <p:nvCxnSpPr>
          <p:cNvPr id="298" name="Google Shape;298;p27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99" name="Google Shape;299;p27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00" name="Google Shape;300;p27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01" name="Google Shape;301;p27"/>
            <p:cNvSpPr txBox="1"/>
            <p:nvPr/>
          </p:nvSpPr>
          <p:spPr>
            <a:xfrm>
              <a:off x="7707086" y="281400"/>
              <a:ext cx="1208316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02" name="Google Shape;302;p27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62E5B501-5DA6-611B-20F5-080A2B804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8" y="2463425"/>
            <a:ext cx="8751455" cy="13163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28" title="futuristic-cityscape-with-glowing-lines.jpg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858" r="1858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8"/>
          <p:cNvSpPr txBox="1">
            <a:spLocks noGrp="1"/>
          </p:cNvSpPr>
          <p:nvPr>
            <p:ph type="title"/>
          </p:nvPr>
        </p:nvSpPr>
        <p:spPr>
          <a:xfrm>
            <a:off x="4572000" y="2883000"/>
            <a:ext cx="43434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dirty="0"/>
              <a:t>Admin </a:t>
            </a:r>
            <a:r>
              <a:rPr lang="en-GB" dirty="0" err="1"/>
              <a:t>panele</a:t>
            </a:r>
            <a:endParaRPr dirty="0"/>
          </a:p>
        </p:txBody>
      </p:sp>
      <p:sp>
        <p:nvSpPr>
          <p:cNvPr id="309" name="Google Shape;309;p28"/>
          <p:cNvSpPr txBox="1">
            <a:spLocks noGrp="1"/>
          </p:cNvSpPr>
          <p:nvPr>
            <p:ph type="title" idx="2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06</a:t>
            </a:r>
            <a:endParaRPr/>
          </a:p>
        </p:txBody>
      </p:sp>
      <p:cxnSp>
        <p:nvCxnSpPr>
          <p:cNvPr id="310" name="Google Shape;310;p28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11" name="Google Shape;311;p28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12" name="Google Shape;312;p28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13" name="Google Shape;313;p28"/>
            <p:cNvSpPr txBox="1"/>
            <p:nvPr/>
          </p:nvSpPr>
          <p:spPr>
            <a:xfrm>
              <a:off x="7282543" y="281400"/>
              <a:ext cx="16328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14" name="Google Shape;314;p28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315" name="Google Shape;315;p28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</p:spTree>
  </p:cSld>
  <p:clrMapOvr>
    <a:masterClrMapping/>
  </p:clrMapOvr>
  <p:transition spd="slow">
    <p:push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9"/>
          <p:cNvSpPr txBox="1">
            <a:spLocks noGrp="1"/>
          </p:cNvSpPr>
          <p:nvPr>
            <p:ph type="title"/>
          </p:nvPr>
        </p:nvSpPr>
        <p:spPr>
          <a:xfrm>
            <a:off x="4371108" y="641577"/>
            <a:ext cx="3973947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dirty="0"/>
              <a:t>Admin </a:t>
            </a:r>
            <a:r>
              <a:rPr lang="en-GB" dirty="0" err="1"/>
              <a:t>panele</a:t>
            </a:r>
            <a:endParaRPr dirty="0"/>
          </a:p>
        </p:txBody>
      </p:sp>
      <p:sp>
        <p:nvSpPr>
          <p:cNvPr id="321" name="Google Shape;321;p29"/>
          <p:cNvSpPr txBox="1">
            <a:spLocks noGrp="1"/>
          </p:cNvSpPr>
          <p:nvPr>
            <p:ph type="subTitle" idx="1"/>
          </p:nvPr>
        </p:nvSpPr>
        <p:spPr>
          <a:xfrm>
            <a:off x="2807855" y="1787437"/>
            <a:ext cx="6229925" cy="2400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 dirty="0" err="1"/>
              <a:t>Peržiūrėti</a:t>
            </a:r>
            <a:r>
              <a:rPr lang="en-GB" sz="1400" dirty="0"/>
              <a:t> </a:t>
            </a:r>
            <a:r>
              <a:rPr lang="en-GB" sz="1400" dirty="0" err="1"/>
              <a:t>visų</a:t>
            </a:r>
            <a:r>
              <a:rPr lang="en-GB" sz="1400" dirty="0"/>
              <a:t> </a:t>
            </a:r>
            <a:r>
              <a:rPr lang="en-GB" sz="1400" dirty="0" err="1"/>
              <a:t>sistemos</a:t>
            </a:r>
            <a:r>
              <a:rPr lang="en-GB" sz="1400" dirty="0"/>
              <a:t> </a:t>
            </a:r>
            <a:r>
              <a:rPr lang="en-GB" sz="1400" dirty="0" err="1"/>
              <a:t>darbuotojų</a:t>
            </a:r>
            <a:r>
              <a:rPr lang="en-GB" sz="1400" dirty="0"/>
              <a:t> (User </a:t>
            </a:r>
            <a:r>
              <a:rPr lang="en-GB" sz="1400" dirty="0" err="1"/>
              <a:t>paskyrų</a:t>
            </a:r>
            <a:r>
              <a:rPr lang="en-GB" sz="1400" dirty="0"/>
              <a:t>) </a:t>
            </a:r>
            <a:r>
              <a:rPr lang="en-GB" sz="1400" dirty="0" err="1"/>
              <a:t>informaciją</a:t>
            </a:r>
            <a:r>
              <a:rPr lang="en-GB" sz="1400" dirty="0"/>
              <a:t>.</a:t>
            </a:r>
            <a:endParaRPr dirty="0"/>
          </a:p>
          <a:p>
            <a:pPr marL="457200" lvl="0" indent="-31750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 dirty="0" err="1"/>
              <a:t>Registravimas</a:t>
            </a:r>
            <a:r>
              <a:rPr lang="en-GB" sz="1400" dirty="0"/>
              <a:t> </a:t>
            </a:r>
            <a:r>
              <a:rPr lang="lt-LT" sz="1400" dirty="0"/>
              <a:t>naujų paskyrų ir šalinimas esamų</a:t>
            </a:r>
            <a:r>
              <a:rPr lang="en-GB" sz="1400" dirty="0"/>
              <a:t>.</a:t>
            </a:r>
            <a:br>
              <a:rPr lang="en-GB" sz="1400" dirty="0"/>
            </a:br>
            <a:r>
              <a:rPr lang="en-GB" sz="1400" dirty="0"/>
              <a:t>• </a:t>
            </a:r>
            <a:r>
              <a:rPr lang="en-GB" sz="1400" dirty="0" err="1"/>
              <a:t>Prisijungimo</a:t>
            </a:r>
            <a:r>
              <a:rPr lang="en-GB" sz="1400" dirty="0"/>
              <a:t> </a:t>
            </a:r>
            <a:r>
              <a:rPr lang="en-GB" sz="1400" dirty="0" err="1"/>
              <a:t>duomenys</a:t>
            </a:r>
            <a:r>
              <a:rPr lang="en-GB" sz="1400" dirty="0"/>
              <a:t> </a:t>
            </a:r>
            <a:r>
              <a:rPr lang="en-GB" sz="1400" dirty="0" err="1"/>
              <a:t>yra</a:t>
            </a:r>
            <a:r>
              <a:rPr lang="en-GB" sz="1400" dirty="0"/>
              <a:t> </a:t>
            </a:r>
            <a:r>
              <a:rPr lang="lt-LT" sz="1400" dirty="0"/>
              <a:t>užšifruojami.</a:t>
            </a:r>
            <a:endParaRPr dirty="0"/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cxnSp>
        <p:nvCxnSpPr>
          <p:cNvPr id="322" name="Google Shape;322;p29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23" name="Google Shape;323;p29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24" name="Google Shape;324;p29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25" name="Google Shape;325;p29"/>
            <p:cNvSpPr txBox="1"/>
            <p:nvPr/>
          </p:nvSpPr>
          <p:spPr>
            <a:xfrm>
              <a:off x="7434943" y="281400"/>
              <a:ext cx="14804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26" name="Google Shape;326;p29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31E62E7A-3909-9305-CA08-E70666FFA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8" y="713698"/>
            <a:ext cx="3287964" cy="419027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1" name="Google Shape;331;p30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32" name="Google Shape;332;p30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33" name="Google Shape;333;p30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34" name="Google Shape;334;p30"/>
            <p:cNvSpPr txBox="1"/>
            <p:nvPr/>
          </p:nvSpPr>
          <p:spPr>
            <a:xfrm>
              <a:off x="7522029" y="281400"/>
              <a:ext cx="13933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35" name="Google Shape;335;p30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-GB" sz="800" b="1" i="0" u="none" strike="noStrike" cap="non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sz="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336" name="Google Shape;336;p30"/>
          <p:cNvSpPr txBox="1">
            <a:spLocks noGrp="1"/>
          </p:cNvSpPr>
          <p:nvPr>
            <p:ph type="title"/>
          </p:nvPr>
        </p:nvSpPr>
        <p:spPr>
          <a:xfrm>
            <a:off x="228598" y="753428"/>
            <a:ext cx="4843502" cy="4108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6000"/>
              <a:t>Nedas</a:t>
            </a:r>
            <a:br>
              <a:rPr lang="en-GB" sz="6000"/>
            </a:br>
            <a:r>
              <a:rPr lang="en-GB" sz="6000"/>
              <a:t>Kristijonas</a:t>
            </a:r>
            <a:br>
              <a:rPr lang="en-GB" sz="6000"/>
            </a:br>
            <a:r>
              <a:rPr lang="en-GB" sz="6000"/>
              <a:t>Liudvikas</a:t>
            </a:r>
            <a:endParaRPr sz="6000"/>
          </a:p>
        </p:txBody>
      </p:sp>
      <p:sp>
        <p:nvSpPr>
          <p:cNvPr id="337" name="Google Shape;337;p30"/>
          <p:cNvSpPr txBox="1"/>
          <p:nvPr/>
        </p:nvSpPr>
        <p:spPr>
          <a:xfrm>
            <a:off x="6113975" y="4761000"/>
            <a:ext cx="26583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  <p:sp>
        <p:nvSpPr>
          <p:cNvPr id="338" name="Google Shape;338;p30"/>
          <p:cNvSpPr/>
          <p:nvPr/>
        </p:nvSpPr>
        <p:spPr>
          <a:xfrm>
            <a:off x="4726454" y="3688500"/>
            <a:ext cx="4188947" cy="914400"/>
          </a:xfrm>
          <a:prstGeom prst="rect">
            <a:avLst/>
          </a:prstGeom>
          <a:solidFill>
            <a:srgbClr val="090E1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9" name="Google Shape;339;p30" descr="A close-up of a keyboard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26454" y="859999"/>
            <a:ext cx="4188947" cy="3333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:fade thruBlk="1"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astering Code by Slidesgo">
  <a:themeElements>
    <a:clrScheme name="Simple Light">
      <a:dk1>
        <a:srgbClr val="FFFFFF"/>
      </a:dk1>
      <a:lt1>
        <a:srgbClr val="0A0E14"/>
      </a:lt1>
      <a:dk2>
        <a:srgbClr val="FFFFFF"/>
      </a:dk2>
      <a:lt2>
        <a:srgbClr val="00E8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392</Words>
  <Application>Microsoft Office PowerPoint</Application>
  <PresentationFormat>On-screen Show (16:9)</PresentationFormat>
  <Paragraphs>100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Space Grotesk Light</vt:lpstr>
      <vt:lpstr>IBM Plex Mono</vt:lpstr>
      <vt:lpstr>Roboto</vt:lpstr>
      <vt:lpstr>Lato</vt:lpstr>
      <vt:lpstr>Space Grotesk</vt:lpstr>
      <vt:lpstr>IBM Plex Mono SemiBold</vt:lpstr>
      <vt:lpstr>Darker Grotesque SemiBold</vt:lpstr>
      <vt:lpstr>Arial</vt:lpstr>
      <vt:lpstr>Mastering Code by Slidesgo</vt:lpstr>
      <vt:lpstr>Automobilių techninės apžiūros registras</vt:lpstr>
      <vt:lpstr>Trumpai </vt:lpstr>
      <vt:lpstr>PowerPoint Presentation</vt:lpstr>
      <vt:lpstr>Log-In Sistema</vt:lpstr>
      <vt:lpstr>Log-In Sistema</vt:lpstr>
      <vt:lpstr>Auto registravimas</vt:lpstr>
      <vt:lpstr>Auto registravimas</vt:lpstr>
      <vt:lpstr>Duomenų bazė</vt:lpstr>
      <vt:lpstr>Duomenų bazė</vt:lpstr>
      <vt:lpstr>Filtravimo Sistema</vt:lpstr>
      <vt:lpstr>Filtravimo Sistema</vt:lpstr>
      <vt:lpstr>Valdymas</vt:lpstr>
      <vt:lpstr>Valdymas</vt:lpstr>
      <vt:lpstr>Admin panele</vt:lpstr>
      <vt:lpstr>Admin panele</vt:lpstr>
      <vt:lpstr>Nedas Kristijonas Liudvikas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Liudvikas Kadys</cp:lastModifiedBy>
  <cp:revision>3</cp:revision>
  <dcterms:modified xsi:type="dcterms:W3CDTF">2025-12-17T11:28:21Z</dcterms:modified>
</cp:coreProperties>
</file>