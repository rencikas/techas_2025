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3" r:id="rId1"/>
  </p:sldMasterIdLst>
  <p:notesMasterIdLst>
    <p:notesMasterId r:id="rId17"/>
  </p:notesMasterIdLst>
  <p:sldIdLst>
    <p:sldId id="256" r:id="rId2"/>
    <p:sldId id="258" r:id="rId3"/>
    <p:sldId id="260" r:id="rId4"/>
    <p:sldId id="261" r:id="rId5"/>
    <p:sldId id="289" r:id="rId6"/>
    <p:sldId id="290" r:id="rId7"/>
    <p:sldId id="291" r:id="rId8"/>
    <p:sldId id="292" r:id="rId9"/>
    <p:sldId id="293" r:id="rId10"/>
    <p:sldId id="294" r:id="rId11"/>
    <p:sldId id="295" r:id="rId12"/>
    <p:sldId id="296" r:id="rId13"/>
    <p:sldId id="297" r:id="rId14"/>
    <p:sldId id="298" r:id="rId15"/>
    <p:sldId id="269" r:id="rId16"/>
  </p:sldIdLst>
  <p:sldSz cx="9144000" cy="5143500" type="screen16x9"/>
  <p:notesSz cx="6858000" cy="9144000"/>
  <p:embeddedFontLst>
    <p:embeddedFont>
      <p:font typeface="IBM Plex Mono" panose="020B0509050203000203" pitchFamily="49" charset="77"/>
      <p:regular r:id="rId18"/>
      <p:bold r:id="rId19"/>
      <p:italic r:id="rId20"/>
      <p:boldItalic r:id="rId21"/>
    </p:embeddedFont>
    <p:embeddedFont>
      <p:font typeface="IBM Plex Mono SemiBold" panose="020B0709050203000203" pitchFamily="49" charset="77"/>
      <p:regular r:id="rId22"/>
      <p:bold r:id="rId23"/>
      <p:italic r:id="rId24"/>
      <p:boldItalic r:id="rId25"/>
    </p:embeddedFont>
    <p:embeddedFont>
      <p:font typeface="Lato" panose="020F0502020204030203" pitchFamily="34" charset="0"/>
      <p:regular r:id="rId26"/>
      <p:bold r:id="rId27"/>
      <p:italic r:id="rId28"/>
      <p:boldItalic r:id="rId29"/>
    </p:embeddedFont>
    <p:embeddedFont>
      <p:font typeface="Roboto" panose="02000000000000000000" pitchFamily="2" charset="0"/>
      <p:regular r:id="rId30"/>
      <p:bold r:id="rId31"/>
      <p:italic r:id="rId32"/>
      <p:boldItalic r:id="rId33"/>
    </p:embeddedFont>
    <p:embeddedFont>
      <p:font typeface="Space Grotesk" pitchFamily="2" charset="77"/>
      <p:regular r:id="rId34"/>
      <p:bold r:id="rId35"/>
    </p:embeddedFont>
    <p:embeddedFont>
      <p:font typeface="Space Grotesk Light" pitchFamily="2" charset="77"/>
      <p:regular r:id="rId36"/>
      <p:bold r:id="rId3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90E1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E665605A-AF5F-4204-A292-239CC51E3871}">
  <a:tblStyle styleId="{E665605A-AF5F-4204-A292-239CC51E387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364"/>
    <p:restoredTop sz="94660"/>
  </p:normalViewPr>
  <p:slideViewPr>
    <p:cSldViewPr snapToGrid="0">
      <p:cViewPr varScale="1">
        <p:scale>
          <a:sx n="117" d="100"/>
          <a:sy n="117" d="100"/>
        </p:scale>
        <p:origin x="176" y="4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26" Type="http://schemas.openxmlformats.org/officeDocument/2006/relationships/font" Target="fonts/font9.fntdata"/><Relationship Id="rId39" Type="http://schemas.openxmlformats.org/officeDocument/2006/relationships/viewProps" Target="viewProps.xml"/><Relationship Id="rId21" Type="http://schemas.openxmlformats.org/officeDocument/2006/relationships/font" Target="fonts/font4.fntdata"/><Relationship Id="rId34" Type="http://schemas.openxmlformats.org/officeDocument/2006/relationships/font" Target="fonts/font17.fnt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3.fntdata"/><Relationship Id="rId29" Type="http://schemas.openxmlformats.org/officeDocument/2006/relationships/font" Target="fonts/font12.fntdata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7.fntdata"/><Relationship Id="rId32" Type="http://schemas.openxmlformats.org/officeDocument/2006/relationships/font" Target="fonts/font15.fntdata"/><Relationship Id="rId37" Type="http://schemas.openxmlformats.org/officeDocument/2006/relationships/font" Target="fonts/font20.fntdata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6.fntdata"/><Relationship Id="rId28" Type="http://schemas.openxmlformats.org/officeDocument/2006/relationships/font" Target="fonts/font11.fntdata"/><Relationship Id="rId36" Type="http://schemas.openxmlformats.org/officeDocument/2006/relationships/font" Target="fonts/font19.fntdata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31" Type="http://schemas.openxmlformats.org/officeDocument/2006/relationships/font" Target="fonts/font1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5.fntdata"/><Relationship Id="rId27" Type="http://schemas.openxmlformats.org/officeDocument/2006/relationships/font" Target="fonts/font10.fntdata"/><Relationship Id="rId30" Type="http://schemas.openxmlformats.org/officeDocument/2006/relationships/font" Target="fonts/font13.fntdata"/><Relationship Id="rId35" Type="http://schemas.openxmlformats.org/officeDocument/2006/relationships/font" Target="fonts/font18.fntdata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5" Type="http://schemas.openxmlformats.org/officeDocument/2006/relationships/font" Target="fonts/font8.fntdata"/><Relationship Id="rId33" Type="http://schemas.openxmlformats.org/officeDocument/2006/relationships/font" Target="fonts/font16.fntdata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LT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ged3401ed36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LT"/>
          </a:p>
        </p:txBody>
      </p:sp>
      <p:sp>
        <p:nvSpPr>
          <p:cNvPr id="249" name="Google Shape;249;ged3401ed36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ge1d838b627_0_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LT"/>
          </a:p>
        </p:txBody>
      </p:sp>
      <p:sp>
        <p:nvSpPr>
          <p:cNvPr id="304" name="Google Shape;304;ge1d838b627_0_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ge1d838b627_4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LT"/>
          </a:p>
        </p:txBody>
      </p:sp>
      <p:sp>
        <p:nvSpPr>
          <p:cNvPr id="343" name="Google Shape;343;ge1d838b627_4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g33fb61485ab_0_1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LT"/>
          </a:p>
        </p:txBody>
      </p:sp>
      <p:sp>
        <p:nvSpPr>
          <p:cNvPr id="356" name="Google Shape;356;g33fb61485ab_0_1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1">
          <a:extLst>
            <a:ext uri="{FF2B5EF4-FFF2-40B4-BE49-F238E27FC236}">
              <a16:creationId xmlns:a16="http://schemas.microsoft.com/office/drawing/2014/main" id="{DC04A353-8D74-A9D0-36D1-215C585CDF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ge1d838b627_4_0:notes">
            <a:extLst>
              <a:ext uri="{FF2B5EF4-FFF2-40B4-BE49-F238E27FC236}">
                <a16:creationId xmlns:a16="http://schemas.microsoft.com/office/drawing/2014/main" id="{31BEB2B3-4CB9-E16C-DC68-01D43833CCE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LT"/>
          </a:p>
        </p:txBody>
      </p:sp>
      <p:sp>
        <p:nvSpPr>
          <p:cNvPr id="343" name="Google Shape;343;ge1d838b627_4_0:notes">
            <a:extLst>
              <a:ext uri="{FF2B5EF4-FFF2-40B4-BE49-F238E27FC236}">
                <a16:creationId xmlns:a16="http://schemas.microsoft.com/office/drawing/2014/main" id="{87798E29-BC63-B2A4-BE20-060FFBD7393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5581269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4">
          <a:extLst>
            <a:ext uri="{FF2B5EF4-FFF2-40B4-BE49-F238E27FC236}">
              <a16:creationId xmlns:a16="http://schemas.microsoft.com/office/drawing/2014/main" id="{857DAFCF-6E16-23EB-5329-35CBBC42BD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g33fb61485ab_0_110:notes">
            <a:extLst>
              <a:ext uri="{FF2B5EF4-FFF2-40B4-BE49-F238E27FC236}">
                <a16:creationId xmlns:a16="http://schemas.microsoft.com/office/drawing/2014/main" id="{E95FA4B9-3DFB-43EE-3243-4EA0500B3FB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LT"/>
          </a:p>
        </p:txBody>
      </p:sp>
      <p:sp>
        <p:nvSpPr>
          <p:cNvPr id="356" name="Google Shape;356;g33fb61485ab_0_110:notes">
            <a:extLst>
              <a:ext uri="{FF2B5EF4-FFF2-40B4-BE49-F238E27FC236}">
                <a16:creationId xmlns:a16="http://schemas.microsoft.com/office/drawing/2014/main" id="{5DE49AE3-3020-0056-C430-55F3320E5A3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8688630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1">
          <a:extLst>
            <a:ext uri="{FF2B5EF4-FFF2-40B4-BE49-F238E27FC236}">
              <a16:creationId xmlns:a16="http://schemas.microsoft.com/office/drawing/2014/main" id="{A2DCDA4D-56EE-BFC4-07B1-E320A8430A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ge1d838b627_4_0:notes">
            <a:extLst>
              <a:ext uri="{FF2B5EF4-FFF2-40B4-BE49-F238E27FC236}">
                <a16:creationId xmlns:a16="http://schemas.microsoft.com/office/drawing/2014/main" id="{BD6BAAAD-9323-B501-F7A0-4DDE31927E1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LT"/>
          </a:p>
        </p:txBody>
      </p:sp>
      <p:sp>
        <p:nvSpPr>
          <p:cNvPr id="343" name="Google Shape;343;ge1d838b627_4_0:notes">
            <a:extLst>
              <a:ext uri="{FF2B5EF4-FFF2-40B4-BE49-F238E27FC236}">
                <a16:creationId xmlns:a16="http://schemas.microsoft.com/office/drawing/2014/main" id="{CC7AF63A-B5DE-A650-666B-C101C030F4C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5336371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4">
          <a:extLst>
            <a:ext uri="{FF2B5EF4-FFF2-40B4-BE49-F238E27FC236}">
              <a16:creationId xmlns:a16="http://schemas.microsoft.com/office/drawing/2014/main" id="{5641DE7C-37F8-6AB4-0C8F-7A87917D58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g33fb61485ab_0_110:notes">
            <a:extLst>
              <a:ext uri="{FF2B5EF4-FFF2-40B4-BE49-F238E27FC236}">
                <a16:creationId xmlns:a16="http://schemas.microsoft.com/office/drawing/2014/main" id="{CD317D9F-C8DB-9FD8-6FE5-3165773B8B8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LT"/>
          </a:p>
        </p:txBody>
      </p:sp>
      <p:sp>
        <p:nvSpPr>
          <p:cNvPr id="356" name="Google Shape;356;g33fb61485ab_0_110:notes">
            <a:extLst>
              <a:ext uri="{FF2B5EF4-FFF2-40B4-BE49-F238E27FC236}">
                <a16:creationId xmlns:a16="http://schemas.microsoft.com/office/drawing/2014/main" id="{E0F39350-B7F3-DA96-C4D3-8DBBAFD4500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5564803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1">
          <a:extLst>
            <a:ext uri="{FF2B5EF4-FFF2-40B4-BE49-F238E27FC236}">
              <a16:creationId xmlns:a16="http://schemas.microsoft.com/office/drawing/2014/main" id="{62BA6BEE-14D5-7927-4B73-74673B446F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ge1d838b627_4_0:notes">
            <a:extLst>
              <a:ext uri="{FF2B5EF4-FFF2-40B4-BE49-F238E27FC236}">
                <a16:creationId xmlns:a16="http://schemas.microsoft.com/office/drawing/2014/main" id="{EF3E95F7-33B3-236B-439D-0901975B044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LT"/>
          </a:p>
        </p:txBody>
      </p:sp>
      <p:sp>
        <p:nvSpPr>
          <p:cNvPr id="343" name="Google Shape;343;ge1d838b627_4_0:notes">
            <a:extLst>
              <a:ext uri="{FF2B5EF4-FFF2-40B4-BE49-F238E27FC236}">
                <a16:creationId xmlns:a16="http://schemas.microsoft.com/office/drawing/2014/main" id="{C17D7B5B-FE80-C9D2-912A-55BA07208B8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1831798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4">
          <a:extLst>
            <a:ext uri="{FF2B5EF4-FFF2-40B4-BE49-F238E27FC236}">
              <a16:creationId xmlns:a16="http://schemas.microsoft.com/office/drawing/2014/main" id="{79A064AA-C636-E59B-D8FF-D69B09D78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g33fb61485ab_0_110:notes">
            <a:extLst>
              <a:ext uri="{FF2B5EF4-FFF2-40B4-BE49-F238E27FC236}">
                <a16:creationId xmlns:a16="http://schemas.microsoft.com/office/drawing/2014/main" id="{D0C5A0B7-8BB3-E88F-2271-4EF9231A42A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LT"/>
          </a:p>
        </p:txBody>
      </p:sp>
      <p:sp>
        <p:nvSpPr>
          <p:cNvPr id="356" name="Google Shape;356;g33fb61485ab_0_110:notes">
            <a:extLst>
              <a:ext uri="{FF2B5EF4-FFF2-40B4-BE49-F238E27FC236}">
                <a16:creationId xmlns:a16="http://schemas.microsoft.com/office/drawing/2014/main" id="{9D78A9A1-5049-BCFF-273B-BB0FFE6A5B6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8686791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1">
          <a:extLst>
            <a:ext uri="{FF2B5EF4-FFF2-40B4-BE49-F238E27FC236}">
              <a16:creationId xmlns:a16="http://schemas.microsoft.com/office/drawing/2014/main" id="{EC001A17-5133-DFD3-A6B7-1639C7E5FA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ge1d838b627_4_0:notes">
            <a:extLst>
              <a:ext uri="{FF2B5EF4-FFF2-40B4-BE49-F238E27FC236}">
                <a16:creationId xmlns:a16="http://schemas.microsoft.com/office/drawing/2014/main" id="{4BE21706-BB42-090A-F03F-F4187D12515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LT"/>
          </a:p>
        </p:txBody>
      </p:sp>
      <p:sp>
        <p:nvSpPr>
          <p:cNvPr id="343" name="Google Shape;343;ge1d838b627_4_0:notes">
            <a:extLst>
              <a:ext uri="{FF2B5EF4-FFF2-40B4-BE49-F238E27FC236}">
                <a16:creationId xmlns:a16="http://schemas.microsoft.com/office/drawing/2014/main" id="{91056B5F-A180-4F67-C358-78AFDD868D3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6453455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4">
          <a:extLst>
            <a:ext uri="{FF2B5EF4-FFF2-40B4-BE49-F238E27FC236}">
              <a16:creationId xmlns:a16="http://schemas.microsoft.com/office/drawing/2014/main" id="{3AADB9BD-CEA4-D9BF-B095-308837D70E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g33fb61485ab_0_110:notes">
            <a:extLst>
              <a:ext uri="{FF2B5EF4-FFF2-40B4-BE49-F238E27FC236}">
                <a16:creationId xmlns:a16="http://schemas.microsoft.com/office/drawing/2014/main" id="{3A02E83D-DE02-2210-CFEF-5C14EE1A30F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LT"/>
          </a:p>
        </p:txBody>
      </p:sp>
      <p:sp>
        <p:nvSpPr>
          <p:cNvPr id="356" name="Google Shape;356;g33fb61485ab_0_110:notes">
            <a:extLst>
              <a:ext uri="{FF2B5EF4-FFF2-40B4-BE49-F238E27FC236}">
                <a16:creationId xmlns:a16="http://schemas.microsoft.com/office/drawing/2014/main" id="{BC2C42F9-062E-B786-DF39-EF23597543B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7892984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1">
          <a:extLst>
            <a:ext uri="{FF2B5EF4-FFF2-40B4-BE49-F238E27FC236}">
              <a16:creationId xmlns:a16="http://schemas.microsoft.com/office/drawing/2014/main" id="{6BE42368-1E95-0A03-E741-2DFB024170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ge1d838b627_4_0:notes">
            <a:extLst>
              <a:ext uri="{FF2B5EF4-FFF2-40B4-BE49-F238E27FC236}">
                <a16:creationId xmlns:a16="http://schemas.microsoft.com/office/drawing/2014/main" id="{373C176A-C3E2-A2DA-218E-BFE29A2680E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LT"/>
          </a:p>
        </p:txBody>
      </p:sp>
      <p:sp>
        <p:nvSpPr>
          <p:cNvPr id="343" name="Google Shape;343;ge1d838b627_4_0:notes">
            <a:extLst>
              <a:ext uri="{FF2B5EF4-FFF2-40B4-BE49-F238E27FC236}">
                <a16:creationId xmlns:a16="http://schemas.microsoft.com/office/drawing/2014/main" id="{9830D73F-2D05-56F1-729B-AD07F0134A2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6815487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4">
          <a:extLst>
            <a:ext uri="{FF2B5EF4-FFF2-40B4-BE49-F238E27FC236}">
              <a16:creationId xmlns:a16="http://schemas.microsoft.com/office/drawing/2014/main" id="{8560F483-E5CB-7D0D-B286-C104477B14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g33fb61485ab_0_110:notes">
            <a:extLst>
              <a:ext uri="{FF2B5EF4-FFF2-40B4-BE49-F238E27FC236}">
                <a16:creationId xmlns:a16="http://schemas.microsoft.com/office/drawing/2014/main" id="{DBCE6D78-ABFD-041C-24CA-81D7CE92779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LT"/>
          </a:p>
        </p:txBody>
      </p:sp>
      <p:sp>
        <p:nvSpPr>
          <p:cNvPr id="356" name="Google Shape;356;g33fb61485ab_0_110:notes">
            <a:extLst>
              <a:ext uri="{FF2B5EF4-FFF2-40B4-BE49-F238E27FC236}">
                <a16:creationId xmlns:a16="http://schemas.microsoft.com/office/drawing/2014/main" id="{CC27BC1E-6271-4CE0-9DFA-22C42E1662A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38655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g135c9f142d8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LT"/>
          </a:p>
        </p:txBody>
      </p:sp>
      <p:sp>
        <p:nvSpPr>
          <p:cNvPr id="466" name="Google Shape;466;g135c9f142d8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tBDfr" TargetMode="External"/><Relationship Id="rId2" Type="http://schemas.openxmlformats.org/officeDocument/2006/relationships/hyperlink" Target="https://bit.ly/3A1uf1Q" TargetMode="External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oogle Shape;9;p2"/>
          <p:cNvGrpSpPr/>
          <p:nvPr/>
        </p:nvGrpSpPr>
        <p:grpSpPr>
          <a:xfrm>
            <a:off x="100" y="0"/>
            <a:ext cx="9144000" cy="228600"/>
            <a:chOff x="100" y="0"/>
            <a:chExt cx="9144000" cy="228600"/>
          </a:xfrm>
        </p:grpSpPr>
        <p:sp>
          <p:nvSpPr>
            <p:cNvPr id="10" name="Google Shape;10;p2"/>
            <p:cNvSpPr/>
            <p:nvPr/>
          </p:nvSpPr>
          <p:spPr>
            <a:xfrm>
              <a:off x="100" y="0"/>
              <a:ext cx="9144000" cy="2286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grpSp>
          <p:nvGrpSpPr>
            <p:cNvPr id="11" name="Google Shape;11;p2"/>
            <p:cNvGrpSpPr/>
            <p:nvPr/>
          </p:nvGrpSpPr>
          <p:grpSpPr>
            <a:xfrm>
              <a:off x="228600" y="75300"/>
              <a:ext cx="339251" cy="78000"/>
              <a:chOff x="228600" y="75300"/>
              <a:chExt cx="339251" cy="78000"/>
            </a:xfrm>
          </p:grpSpPr>
          <p:sp>
            <p:nvSpPr>
              <p:cNvPr id="12" name="Google Shape;12;p2"/>
              <p:cNvSpPr/>
              <p:nvPr/>
            </p:nvSpPr>
            <p:spPr>
              <a:xfrm>
                <a:off x="228600" y="75300"/>
                <a:ext cx="78000" cy="78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32550" tIns="32550" rIns="32550" bIns="3255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98"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" name="Google Shape;13;p2"/>
              <p:cNvSpPr/>
              <p:nvPr/>
            </p:nvSpPr>
            <p:spPr>
              <a:xfrm>
                <a:off x="359226" y="75300"/>
                <a:ext cx="78000" cy="78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32550" tIns="32550" rIns="32550" bIns="3255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98"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4" name="Google Shape;14;p2"/>
              <p:cNvSpPr/>
              <p:nvPr/>
            </p:nvSpPr>
            <p:spPr>
              <a:xfrm>
                <a:off x="489851" y="75300"/>
                <a:ext cx="78000" cy="78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32550" tIns="32550" rIns="32550" bIns="3255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98">
                  <a:latin typeface="Lato"/>
                  <a:ea typeface="Lato"/>
                  <a:cs typeface="Lato"/>
                  <a:sym typeface="Lato"/>
                </a:endParaRPr>
              </a:p>
            </p:txBody>
          </p:sp>
        </p:grpSp>
      </p:grpSp>
      <p:sp>
        <p:nvSpPr>
          <p:cNvPr id="15" name="Google Shape;15;p2"/>
          <p:cNvSpPr txBox="1">
            <a:spLocks noGrp="1"/>
          </p:cNvSpPr>
          <p:nvPr>
            <p:ph type="ctrTitle"/>
          </p:nvPr>
        </p:nvSpPr>
        <p:spPr>
          <a:xfrm>
            <a:off x="228600" y="1854000"/>
            <a:ext cx="5257800" cy="2401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72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6" name="Google Shape;16;p2"/>
          <p:cNvSpPr txBox="1">
            <a:spLocks noGrp="1"/>
          </p:cNvSpPr>
          <p:nvPr>
            <p:ph type="subTitle" idx="1"/>
          </p:nvPr>
        </p:nvSpPr>
        <p:spPr>
          <a:xfrm>
            <a:off x="228600" y="4483800"/>
            <a:ext cx="3789000" cy="4311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7" name="Google Shape;17;p2"/>
          <p:cNvSpPr>
            <a:spLocks noGrp="1"/>
          </p:cNvSpPr>
          <p:nvPr>
            <p:ph type="pic" idx="2"/>
          </p:nvPr>
        </p:nvSpPr>
        <p:spPr>
          <a:xfrm>
            <a:off x="6341100" y="1006750"/>
            <a:ext cx="2574000" cy="39081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LT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oogle Shape;19;p3"/>
          <p:cNvGrpSpPr/>
          <p:nvPr/>
        </p:nvGrpSpPr>
        <p:grpSpPr>
          <a:xfrm>
            <a:off x="100" y="0"/>
            <a:ext cx="9144000" cy="228600"/>
            <a:chOff x="100" y="0"/>
            <a:chExt cx="9144000" cy="228600"/>
          </a:xfrm>
        </p:grpSpPr>
        <p:sp>
          <p:nvSpPr>
            <p:cNvPr id="20" name="Google Shape;20;p3"/>
            <p:cNvSpPr/>
            <p:nvPr/>
          </p:nvSpPr>
          <p:spPr>
            <a:xfrm>
              <a:off x="100" y="0"/>
              <a:ext cx="9144000" cy="2286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grpSp>
          <p:nvGrpSpPr>
            <p:cNvPr id="21" name="Google Shape;21;p3"/>
            <p:cNvGrpSpPr/>
            <p:nvPr/>
          </p:nvGrpSpPr>
          <p:grpSpPr>
            <a:xfrm>
              <a:off x="228600" y="75300"/>
              <a:ext cx="339251" cy="78000"/>
              <a:chOff x="228600" y="75300"/>
              <a:chExt cx="339251" cy="78000"/>
            </a:xfrm>
          </p:grpSpPr>
          <p:sp>
            <p:nvSpPr>
              <p:cNvPr id="22" name="Google Shape;22;p3"/>
              <p:cNvSpPr/>
              <p:nvPr/>
            </p:nvSpPr>
            <p:spPr>
              <a:xfrm>
                <a:off x="228600" y="75300"/>
                <a:ext cx="78000" cy="78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32550" tIns="32550" rIns="32550" bIns="3255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98"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23" name="Google Shape;23;p3"/>
              <p:cNvSpPr/>
              <p:nvPr/>
            </p:nvSpPr>
            <p:spPr>
              <a:xfrm>
                <a:off x="359226" y="75300"/>
                <a:ext cx="78000" cy="78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32550" tIns="32550" rIns="32550" bIns="3255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98"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24" name="Google Shape;24;p3"/>
              <p:cNvSpPr/>
              <p:nvPr/>
            </p:nvSpPr>
            <p:spPr>
              <a:xfrm>
                <a:off x="489851" y="75300"/>
                <a:ext cx="78000" cy="78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32550" tIns="32550" rIns="32550" bIns="3255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98">
                  <a:latin typeface="Lato"/>
                  <a:ea typeface="Lato"/>
                  <a:cs typeface="Lato"/>
                  <a:sym typeface="Lato"/>
                </a:endParaRPr>
              </a:p>
            </p:txBody>
          </p:sp>
        </p:grpSp>
      </p:grpSp>
      <p:sp>
        <p:nvSpPr>
          <p:cNvPr id="25" name="Google Shape;25;p3"/>
          <p:cNvSpPr txBox="1">
            <a:spLocks noGrp="1"/>
          </p:cNvSpPr>
          <p:nvPr>
            <p:ph type="title"/>
          </p:nvPr>
        </p:nvSpPr>
        <p:spPr>
          <a:xfrm>
            <a:off x="3952200" y="2883000"/>
            <a:ext cx="4963200" cy="20319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36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title" idx="2" hasCustomPrompt="1"/>
          </p:nvPr>
        </p:nvSpPr>
        <p:spPr>
          <a:xfrm>
            <a:off x="7647000" y="1546188"/>
            <a:ext cx="1268400" cy="11082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 b="0">
                <a:solidFill>
                  <a:schemeClr val="lt1"/>
                </a:solidFill>
                <a:latin typeface="IBM Plex Mono SemiBold"/>
                <a:ea typeface="IBM Plex Mono SemiBold"/>
                <a:cs typeface="IBM Plex Mono SemiBold"/>
                <a:sym typeface="IBM Plex Mono SemiBold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27" name="Google Shape;27;p3"/>
          <p:cNvSpPr>
            <a:spLocks noGrp="1"/>
          </p:cNvSpPr>
          <p:nvPr>
            <p:ph type="pic" idx="3"/>
          </p:nvPr>
        </p:nvSpPr>
        <p:spPr>
          <a:xfrm>
            <a:off x="228600" y="1006750"/>
            <a:ext cx="2574000" cy="39081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LT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oogle Shape;29;p4"/>
          <p:cNvGrpSpPr/>
          <p:nvPr/>
        </p:nvGrpSpPr>
        <p:grpSpPr>
          <a:xfrm>
            <a:off x="100" y="0"/>
            <a:ext cx="9144000" cy="228600"/>
            <a:chOff x="100" y="0"/>
            <a:chExt cx="9144000" cy="228600"/>
          </a:xfrm>
        </p:grpSpPr>
        <p:sp>
          <p:nvSpPr>
            <p:cNvPr id="30" name="Google Shape;30;p4"/>
            <p:cNvSpPr/>
            <p:nvPr/>
          </p:nvSpPr>
          <p:spPr>
            <a:xfrm>
              <a:off x="100" y="0"/>
              <a:ext cx="9144000" cy="2286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grpSp>
          <p:nvGrpSpPr>
            <p:cNvPr id="31" name="Google Shape;31;p4"/>
            <p:cNvGrpSpPr/>
            <p:nvPr/>
          </p:nvGrpSpPr>
          <p:grpSpPr>
            <a:xfrm>
              <a:off x="228600" y="75300"/>
              <a:ext cx="339251" cy="78000"/>
              <a:chOff x="228600" y="75300"/>
              <a:chExt cx="339251" cy="78000"/>
            </a:xfrm>
          </p:grpSpPr>
          <p:sp>
            <p:nvSpPr>
              <p:cNvPr id="32" name="Google Shape;32;p4"/>
              <p:cNvSpPr/>
              <p:nvPr/>
            </p:nvSpPr>
            <p:spPr>
              <a:xfrm>
                <a:off x="228600" y="75300"/>
                <a:ext cx="78000" cy="78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32550" tIns="32550" rIns="32550" bIns="3255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98"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33" name="Google Shape;33;p4"/>
              <p:cNvSpPr/>
              <p:nvPr/>
            </p:nvSpPr>
            <p:spPr>
              <a:xfrm>
                <a:off x="359226" y="75300"/>
                <a:ext cx="78000" cy="78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32550" tIns="32550" rIns="32550" bIns="3255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98"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34" name="Google Shape;34;p4"/>
              <p:cNvSpPr/>
              <p:nvPr/>
            </p:nvSpPr>
            <p:spPr>
              <a:xfrm>
                <a:off x="489851" y="75300"/>
                <a:ext cx="78000" cy="78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32550" tIns="32550" rIns="32550" bIns="3255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98">
                  <a:latin typeface="Lato"/>
                  <a:ea typeface="Lato"/>
                  <a:cs typeface="Lato"/>
                  <a:sym typeface="Lato"/>
                </a:endParaRPr>
              </a:p>
            </p:txBody>
          </p:sp>
        </p:grpSp>
      </p:grpSp>
      <p:sp>
        <p:nvSpPr>
          <p:cNvPr id="35" name="Google Shape;35;p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>
            <a:endParaRPr/>
          </a:p>
        </p:txBody>
      </p:sp>
      <p:sp>
        <p:nvSpPr>
          <p:cNvPr id="36" name="Google Shape;36;p4"/>
          <p:cNvSpPr txBox="1">
            <a:spLocks noGrp="1"/>
          </p:cNvSpPr>
          <p:nvPr>
            <p:ph type="body" idx="1"/>
          </p:nvPr>
        </p:nvSpPr>
        <p:spPr>
          <a:xfrm>
            <a:off x="720000" y="1152475"/>
            <a:ext cx="77040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Darker Grotesque SemiBold"/>
              <a:buChar char="●"/>
              <a:defRPr sz="1200"/>
            </a:lvl1pPr>
            <a:lvl2pPr marL="914400" lvl="1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Darker Grotesque SemiBold"/>
              <a:buChar char="○"/>
              <a:defRPr/>
            </a:lvl2pPr>
            <a:lvl3pPr marL="1371600" lvl="2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Darker Grotesque SemiBold"/>
              <a:buChar char="■"/>
              <a:defRPr/>
            </a:lvl3pPr>
            <a:lvl4pPr marL="1828800" lvl="3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Darker Grotesque SemiBold"/>
              <a:buChar char="●"/>
              <a:defRPr/>
            </a:lvl4pPr>
            <a:lvl5pPr marL="2286000" lvl="4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Darker Grotesque SemiBold"/>
              <a:buChar char="○"/>
              <a:defRPr/>
            </a:lvl5pPr>
            <a:lvl6pPr marL="2743200" lvl="5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Darker Grotesque SemiBold"/>
              <a:buChar char="■"/>
              <a:defRPr/>
            </a:lvl6pPr>
            <a:lvl7pPr marL="3200400" lvl="6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Darker Grotesque SemiBold"/>
              <a:buChar char="●"/>
              <a:defRPr/>
            </a:lvl7pPr>
            <a:lvl8pPr marL="3657600" lvl="7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Darker Grotesque SemiBold"/>
              <a:buChar char="○"/>
              <a:defRPr/>
            </a:lvl8pPr>
            <a:lvl9pPr marL="4114800" lvl="8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Darker Grotesque SemiBold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Google Shape;59;p7"/>
          <p:cNvGrpSpPr/>
          <p:nvPr/>
        </p:nvGrpSpPr>
        <p:grpSpPr>
          <a:xfrm>
            <a:off x="100" y="0"/>
            <a:ext cx="9144000" cy="228600"/>
            <a:chOff x="100" y="0"/>
            <a:chExt cx="9144000" cy="228600"/>
          </a:xfrm>
        </p:grpSpPr>
        <p:sp>
          <p:nvSpPr>
            <p:cNvPr id="60" name="Google Shape;60;p7"/>
            <p:cNvSpPr/>
            <p:nvPr/>
          </p:nvSpPr>
          <p:spPr>
            <a:xfrm>
              <a:off x="100" y="0"/>
              <a:ext cx="9144000" cy="2286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grpSp>
          <p:nvGrpSpPr>
            <p:cNvPr id="61" name="Google Shape;61;p7"/>
            <p:cNvGrpSpPr/>
            <p:nvPr/>
          </p:nvGrpSpPr>
          <p:grpSpPr>
            <a:xfrm>
              <a:off x="228600" y="75300"/>
              <a:ext cx="339251" cy="78000"/>
              <a:chOff x="228600" y="75300"/>
              <a:chExt cx="339251" cy="78000"/>
            </a:xfrm>
          </p:grpSpPr>
          <p:sp>
            <p:nvSpPr>
              <p:cNvPr id="62" name="Google Shape;62;p7"/>
              <p:cNvSpPr/>
              <p:nvPr/>
            </p:nvSpPr>
            <p:spPr>
              <a:xfrm>
                <a:off x="228600" y="75300"/>
                <a:ext cx="78000" cy="78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32550" tIns="32550" rIns="32550" bIns="3255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98"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63" name="Google Shape;63;p7"/>
              <p:cNvSpPr/>
              <p:nvPr/>
            </p:nvSpPr>
            <p:spPr>
              <a:xfrm>
                <a:off x="359226" y="75300"/>
                <a:ext cx="78000" cy="78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32550" tIns="32550" rIns="32550" bIns="3255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98"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64" name="Google Shape;64;p7"/>
              <p:cNvSpPr/>
              <p:nvPr/>
            </p:nvSpPr>
            <p:spPr>
              <a:xfrm>
                <a:off x="489851" y="75300"/>
                <a:ext cx="78000" cy="78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32550" tIns="32550" rIns="32550" bIns="3255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98">
                  <a:latin typeface="Lato"/>
                  <a:ea typeface="Lato"/>
                  <a:cs typeface="Lato"/>
                  <a:sym typeface="Lato"/>
                </a:endParaRPr>
              </a:p>
            </p:txBody>
          </p:sp>
        </p:grpSp>
      </p:grpSp>
      <p:sp>
        <p:nvSpPr>
          <p:cNvPr id="65" name="Google Shape;65;p7"/>
          <p:cNvSpPr txBox="1">
            <a:spLocks noGrp="1"/>
          </p:cNvSpPr>
          <p:nvPr>
            <p:ph type="title"/>
          </p:nvPr>
        </p:nvSpPr>
        <p:spPr>
          <a:xfrm>
            <a:off x="228600" y="228600"/>
            <a:ext cx="3998400" cy="1445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7"/>
          <p:cNvSpPr txBox="1">
            <a:spLocks noGrp="1"/>
          </p:cNvSpPr>
          <p:nvPr>
            <p:ph type="body" idx="1"/>
          </p:nvPr>
        </p:nvSpPr>
        <p:spPr>
          <a:xfrm>
            <a:off x="1609625" y="2066125"/>
            <a:ext cx="3824100" cy="253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67" name="Google Shape;67;p7"/>
          <p:cNvSpPr>
            <a:spLocks noGrp="1"/>
          </p:cNvSpPr>
          <p:nvPr>
            <p:ph type="pic" idx="2"/>
          </p:nvPr>
        </p:nvSpPr>
        <p:spPr>
          <a:xfrm>
            <a:off x="5715849" y="0"/>
            <a:ext cx="3428100" cy="51435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LT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9" name="Google Shape;69;p8"/>
          <p:cNvGrpSpPr/>
          <p:nvPr/>
        </p:nvGrpSpPr>
        <p:grpSpPr>
          <a:xfrm>
            <a:off x="100" y="0"/>
            <a:ext cx="9144000" cy="228600"/>
            <a:chOff x="100" y="0"/>
            <a:chExt cx="9144000" cy="228600"/>
          </a:xfrm>
        </p:grpSpPr>
        <p:sp>
          <p:nvSpPr>
            <p:cNvPr id="70" name="Google Shape;70;p8"/>
            <p:cNvSpPr/>
            <p:nvPr/>
          </p:nvSpPr>
          <p:spPr>
            <a:xfrm>
              <a:off x="100" y="0"/>
              <a:ext cx="9144000" cy="2286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grpSp>
          <p:nvGrpSpPr>
            <p:cNvPr id="71" name="Google Shape;71;p8"/>
            <p:cNvGrpSpPr/>
            <p:nvPr/>
          </p:nvGrpSpPr>
          <p:grpSpPr>
            <a:xfrm>
              <a:off x="228600" y="75300"/>
              <a:ext cx="339251" cy="78000"/>
              <a:chOff x="228600" y="75300"/>
              <a:chExt cx="339251" cy="78000"/>
            </a:xfrm>
          </p:grpSpPr>
          <p:sp>
            <p:nvSpPr>
              <p:cNvPr id="72" name="Google Shape;72;p8"/>
              <p:cNvSpPr/>
              <p:nvPr/>
            </p:nvSpPr>
            <p:spPr>
              <a:xfrm>
                <a:off x="228600" y="75300"/>
                <a:ext cx="78000" cy="78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32550" tIns="32550" rIns="32550" bIns="3255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98"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73" name="Google Shape;73;p8"/>
              <p:cNvSpPr/>
              <p:nvPr/>
            </p:nvSpPr>
            <p:spPr>
              <a:xfrm>
                <a:off x="359226" y="75300"/>
                <a:ext cx="78000" cy="78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32550" tIns="32550" rIns="32550" bIns="3255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98"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74" name="Google Shape;74;p8"/>
              <p:cNvSpPr/>
              <p:nvPr/>
            </p:nvSpPr>
            <p:spPr>
              <a:xfrm>
                <a:off x="489851" y="75300"/>
                <a:ext cx="78000" cy="78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32550" tIns="32550" rIns="32550" bIns="3255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98">
                  <a:latin typeface="Lato"/>
                  <a:ea typeface="Lato"/>
                  <a:cs typeface="Lato"/>
                  <a:sym typeface="Lato"/>
                </a:endParaRPr>
              </a:p>
            </p:txBody>
          </p:sp>
        </p:grpSp>
      </p:grpSp>
      <p:sp>
        <p:nvSpPr>
          <p:cNvPr id="75" name="Google Shape;75;p8"/>
          <p:cNvSpPr txBox="1">
            <a:spLocks noGrp="1"/>
          </p:cNvSpPr>
          <p:nvPr>
            <p:ph type="title"/>
          </p:nvPr>
        </p:nvSpPr>
        <p:spPr>
          <a:xfrm>
            <a:off x="1388100" y="1307100"/>
            <a:ext cx="6367800" cy="25293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" name="Google Shape;77;p9"/>
          <p:cNvGrpSpPr/>
          <p:nvPr/>
        </p:nvGrpSpPr>
        <p:grpSpPr>
          <a:xfrm>
            <a:off x="100" y="0"/>
            <a:ext cx="9144000" cy="228600"/>
            <a:chOff x="100" y="0"/>
            <a:chExt cx="9144000" cy="228600"/>
          </a:xfrm>
        </p:grpSpPr>
        <p:sp>
          <p:nvSpPr>
            <p:cNvPr id="78" name="Google Shape;78;p9"/>
            <p:cNvSpPr/>
            <p:nvPr/>
          </p:nvSpPr>
          <p:spPr>
            <a:xfrm>
              <a:off x="100" y="0"/>
              <a:ext cx="9144000" cy="2286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grpSp>
          <p:nvGrpSpPr>
            <p:cNvPr id="79" name="Google Shape;79;p9"/>
            <p:cNvGrpSpPr/>
            <p:nvPr/>
          </p:nvGrpSpPr>
          <p:grpSpPr>
            <a:xfrm>
              <a:off x="228600" y="75300"/>
              <a:ext cx="339251" cy="78000"/>
              <a:chOff x="228600" y="75300"/>
              <a:chExt cx="339251" cy="78000"/>
            </a:xfrm>
          </p:grpSpPr>
          <p:sp>
            <p:nvSpPr>
              <p:cNvPr id="80" name="Google Shape;80;p9"/>
              <p:cNvSpPr/>
              <p:nvPr/>
            </p:nvSpPr>
            <p:spPr>
              <a:xfrm>
                <a:off x="228600" y="75300"/>
                <a:ext cx="78000" cy="78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32550" tIns="32550" rIns="32550" bIns="3255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98"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81" name="Google Shape;81;p9"/>
              <p:cNvSpPr/>
              <p:nvPr/>
            </p:nvSpPr>
            <p:spPr>
              <a:xfrm>
                <a:off x="359226" y="75300"/>
                <a:ext cx="78000" cy="78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32550" tIns="32550" rIns="32550" bIns="3255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98"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82" name="Google Shape;82;p9"/>
              <p:cNvSpPr/>
              <p:nvPr/>
            </p:nvSpPr>
            <p:spPr>
              <a:xfrm>
                <a:off x="489851" y="75300"/>
                <a:ext cx="78000" cy="78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32550" tIns="32550" rIns="32550" bIns="3255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98">
                  <a:latin typeface="Lato"/>
                  <a:ea typeface="Lato"/>
                  <a:cs typeface="Lato"/>
                  <a:sym typeface="Lato"/>
                </a:endParaRPr>
              </a:p>
            </p:txBody>
          </p:sp>
        </p:grpSp>
      </p:grpSp>
      <p:sp>
        <p:nvSpPr>
          <p:cNvPr id="83" name="Google Shape;83;p9"/>
          <p:cNvSpPr txBox="1">
            <a:spLocks noGrp="1"/>
          </p:cNvSpPr>
          <p:nvPr>
            <p:ph type="subTitle" idx="1"/>
          </p:nvPr>
        </p:nvSpPr>
        <p:spPr>
          <a:xfrm>
            <a:off x="720064" y="1580125"/>
            <a:ext cx="3597000" cy="238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9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9"/>
          <p:cNvSpPr txBox="1">
            <a:spLocks noGrp="1"/>
          </p:cNvSpPr>
          <p:nvPr>
            <p:ph type="subTitle" idx="2"/>
          </p:nvPr>
        </p:nvSpPr>
        <p:spPr>
          <a:xfrm>
            <a:off x="4826936" y="1580125"/>
            <a:ext cx="3597000" cy="238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0" name="Google Shape;90;p11"/>
          <p:cNvGrpSpPr/>
          <p:nvPr/>
        </p:nvGrpSpPr>
        <p:grpSpPr>
          <a:xfrm>
            <a:off x="100" y="0"/>
            <a:ext cx="9144000" cy="228600"/>
            <a:chOff x="100" y="0"/>
            <a:chExt cx="9144000" cy="228600"/>
          </a:xfrm>
        </p:grpSpPr>
        <p:sp>
          <p:nvSpPr>
            <p:cNvPr id="91" name="Google Shape;91;p11"/>
            <p:cNvSpPr/>
            <p:nvPr/>
          </p:nvSpPr>
          <p:spPr>
            <a:xfrm>
              <a:off x="100" y="0"/>
              <a:ext cx="9144000" cy="2286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grpSp>
          <p:nvGrpSpPr>
            <p:cNvPr id="92" name="Google Shape;92;p11"/>
            <p:cNvGrpSpPr/>
            <p:nvPr/>
          </p:nvGrpSpPr>
          <p:grpSpPr>
            <a:xfrm>
              <a:off x="228600" y="75300"/>
              <a:ext cx="339251" cy="78000"/>
              <a:chOff x="228600" y="75300"/>
              <a:chExt cx="339251" cy="78000"/>
            </a:xfrm>
          </p:grpSpPr>
          <p:sp>
            <p:nvSpPr>
              <p:cNvPr id="93" name="Google Shape;93;p11"/>
              <p:cNvSpPr/>
              <p:nvPr/>
            </p:nvSpPr>
            <p:spPr>
              <a:xfrm>
                <a:off x="228600" y="75300"/>
                <a:ext cx="78000" cy="78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32550" tIns="32550" rIns="32550" bIns="3255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98"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94" name="Google Shape;94;p11"/>
              <p:cNvSpPr/>
              <p:nvPr/>
            </p:nvSpPr>
            <p:spPr>
              <a:xfrm>
                <a:off x="359226" y="75300"/>
                <a:ext cx="78000" cy="78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32550" tIns="32550" rIns="32550" bIns="3255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98"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95" name="Google Shape;95;p11"/>
              <p:cNvSpPr/>
              <p:nvPr/>
            </p:nvSpPr>
            <p:spPr>
              <a:xfrm>
                <a:off x="489851" y="75300"/>
                <a:ext cx="78000" cy="78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32550" tIns="32550" rIns="32550" bIns="3255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98">
                  <a:latin typeface="Lato"/>
                  <a:ea typeface="Lato"/>
                  <a:cs typeface="Lato"/>
                  <a:sym typeface="Lato"/>
                </a:endParaRPr>
              </a:p>
            </p:txBody>
          </p:sp>
        </p:grpSp>
      </p:grpSp>
      <p:sp>
        <p:nvSpPr>
          <p:cNvPr id="96" name="Google Shape;96;p11"/>
          <p:cNvSpPr txBox="1">
            <a:spLocks noGrp="1"/>
          </p:cNvSpPr>
          <p:nvPr>
            <p:ph type="title" hasCustomPrompt="1"/>
          </p:nvPr>
        </p:nvSpPr>
        <p:spPr>
          <a:xfrm>
            <a:off x="1284000" y="1952850"/>
            <a:ext cx="6576000" cy="799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6000">
                <a:solidFill>
                  <a:schemeClr val="accen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97" name="Google Shape;97;p11"/>
          <p:cNvSpPr txBox="1">
            <a:spLocks noGrp="1"/>
          </p:cNvSpPr>
          <p:nvPr>
            <p:ph type="subTitle" idx="1"/>
          </p:nvPr>
        </p:nvSpPr>
        <p:spPr>
          <a:xfrm>
            <a:off x="1284000" y="2816250"/>
            <a:ext cx="6576000" cy="374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 and description">
  <p:cSld name="BLANK_1_1_1_1_2_1"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Google Shape;100;p13"/>
          <p:cNvGrpSpPr/>
          <p:nvPr/>
        </p:nvGrpSpPr>
        <p:grpSpPr>
          <a:xfrm>
            <a:off x="100" y="0"/>
            <a:ext cx="9144000" cy="228600"/>
            <a:chOff x="100" y="0"/>
            <a:chExt cx="9144000" cy="228600"/>
          </a:xfrm>
        </p:grpSpPr>
        <p:sp>
          <p:nvSpPr>
            <p:cNvPr id="101" name="Google Shape;101;p13"/>
            <p:cNvSpPr/>
            <p:nvPr/>
          </p:nvSpPr>
          <p:spPr>
            <a:xfrm>
              <a:off x="100" y="0"/>
              <a:ext cx="9144000" cy="2286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grpSp>
          <p:nvGrpSpPr>
            <p:cNvPr id="102" name="Google Shape;102;p13"/>
            <p:cNvGrpSpPr/>
            <p:nvPr/>
          </p:nvGrpSpPr>
          <p:grpSpPr>
            <a:xfrm>
              <a:off x="228600" y="75300"/>
              <a:ext cx="339251" cy="78000"/>
              <a:chOff x="228600" y="75300"/>
              <a:chExt cx="339251" cy="78000"/>
            </a:xfrm>
          </p:grpSpPr>
          <p:sp>
            <p:nvSpPr>
              <p:cNvPr id="103" name="Google Shape;103;p13"/>
              <p:cNvSpPr/>
              <p:nvPr/>
            </p:nvSpPr>
            <p:spPr>
              <a:xfrm>
                <a:off x="228600" y="75300"/>
                <a:ext cx="78000" cy="78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32550" tIns="32550" rIns="32550" bIns="3255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98"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04" name="Google Shape;104;p13"/>
              <p:cNvSpPr/>
              <p:nvPr/>
            </p:nvSpPr>
            <p:spPr>
              <a:xfrm>
                <a:off x="359226" y="75300"/>
                <a:ext cx="78000" cy="78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32550" tIns="32550" rIns="32550" bIns="3255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98"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05" name="Google Shape;105;p13"/>
              <p:cNvSpPr/>
              <p:nvPr/>
            </p:nvSpPr>
            <p:spPr>
              <a:xfrm>
                <a:off x="489851" y="75300"/>
                <a:ext cx="78000" cy="78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32550" tIns="32550" rIns="32550" bIns="3255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98">
                  <a:latin typeface="Lato"/>
                  <a:ea typeface="Lato"/>
                  <a:cs typeface="Lato"/>
                  <a:sym typeface="Lato"/>
                </a:endParaRPr>
              </a:p>
            </p:txBody>
          </p:sp>
        </p:grpSp>
      </p:grpSp>
      <p:sp>
        <p:nvSpPr>
          <p:cNvPr id="106" name="Google Shape;106;p13"/>
          <p:cNvSpPr txBox="1">
            <a:spLocks noGrp="1"/>
          </p:cNvSpPr>
          <p:nvPr>
            <p:ph type="title"/>
          </p:nvPr>
        </p:nvSpPr>
        <p:spPr>
          <a:xfrm>
            <a:off x="228600" y="4338900"/>
            <a:ext cx="8686800" cy="57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  <p:sp>
        <p:nvSpPr>
          <p:cNvPr id="107" name="Google Shape;107;p13"/>
          <p:cNvSpPr txBox="1">
            <a:spLocks noGrp="1"/>
          </p:cNvSpPr>
          <p:nvPr>
            <p:ph type="subTitle" idx="1"/>
          </p:nvPr>
        </p:nvSpPr>
        <p:spPr>
          <a:xfrm>
            <a:off x="6193193" y="443975"/>
            <a:ext cx="21966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2000"/>
              <a:buFont typeface="Space Grotesk Light"/>
              <a:buNone/>
              <a:defRPr sz="1600" b="1">
                <a:solidFill>
                  <a:schemeClr val="dk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SzPts val="2000"/>
              <a:buFont typeface="Space Grotesk Light"/>
              <a:buNone/>
              <a:defRPr sz="2000">
                <a:latin typeface="Space Grotesk Light"/>
                <a:ea typeface="Space Grotesk Light"/>
                <a:cs typeface="Space Grotesk Light"/>
                <a:sym typeface="Space Grotesk Light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SzPts val="2000"/>
              <a:buFont typeface="Space Grotesk Light"/>
              <a:buNone/>
              <a:defRPr sz="2000">
                <a:latin typeface="Space Grotesk Light"/>
                <a:ea typeface="Space Grotesk Light"/>
                <a:cs typeface="Space Grotesk Light"/>
                <a:sym typeface="Space Grotesk Light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SzPts val="2000"/>
              <a:buFont typeface="Space Grotesk Light"/>
              <a:buNone/>
              <a:defRPr sz="2000">
                <a:latin typeface="Space Grotesk Light"/>
                <a:ea typeface="Space Grotesk Light"/>
                <a:cs typeface="Space Grotesk Light"/>
                <a:sym typeface="Space Grotesk Light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SzPts val="2000"/>
              <a:buFont typeface="Space Grotesk Light"/>
              <a:buNone/>
              <a:defRPr sz="2000">
                <a:latin typeface="Space Grotesk Light"/>
                <a:ea typeface="Space Grotesk Light"/>
                <a:cs typeface="Space Grotesk Light"/>
                <a:sym typeface="Space Grotesk Light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SzPts val="2000"/>
              <a:buFont typeface="Space Grotesk Light"/>
              <a:buNone/>
              <a:defRPr sz="2000">
                <a:latin typeface="Space Grotesk Light"/>
                <a:ea typeface="Space Grotesk Light"/>
                <a:cs typeface="Space Grotesk Light"/>
                <a:sym typeface="Space Grotesk Light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SzPts val="2000"/>
              <a:buFont typeface="Space Grotesk Light"/>
              <a:buNone/>
              <a:defRPr sz="2000">
                <a:latin typeface="Space Grotesk Light"/>
                <a:ea typeface="Space Grotesk Light"/>
                <a:cs typeface="Space Grotesk Light"/>
                <a:sym typeface="Space Grotesk Light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SzPts val="2000"/>
              <a:buFont typeface="Space Grotesk Light"/>
              <a:buNone/>
              <a:defRPr sz="2000">
                <a:latin typeface="Space Grotesk Light"/>
                <a:ea typeface="Space Grotesk Light"/>
                <a:cs typeface="Space Grotesk Light"/>
                <a:sym typeface="Space Grotesk Light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SzPts val="2000"/>
              <a:buFont typeface="Space Grotesk Light"/>
              <a:buNone/>
              <a:defRPr sz="2000">
                <a:latin typeface="Space Grotesk Light"/>
                <a:ea typeface="Space Grotesk Light"/>
                <a:cs typeface="Space Grotesk Light"/>
                <a:sym typeface="Space Grotesk Light"/>
              </a:defRPr>
            </a:lvl9pPr>
          </a:lstStyle>
          <a:p>
            <a:endParaRPr/>
          </a:p>
        </p:txBody>
      </p:sp>
      <p:sp>
        <p:nvSpPr>
          <p:cNvPr id="108" name="Google Shape;108;p13"/>
          <p:cNvSpPr txBox="1">
            <a:spLocks noGrp="1"/>
          </p:cNvSpPr>
          <p:nvPr>
            <p:ph type="subTitle" idx="2"/>
          </p:nvPr>
        </p:nvSpPr>
        <p:spPr>
          <a:xfrm>
            <a:off x="6193193" y="925221"/>
            <a:ext cx="21930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 sz="1600" b="1">
                <a:solidFill>
                  <a:schemeClr val="dk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endParaRPr/>
          </a:p>
        </p:txBody>
      </p:sp>
      <p:sp>
        <p:nvSpPr>
          <p:cNvPr id="109" name="Google Shape;109;p13"/>
          <p:cNvSpPr txBox="1">
            <a:spLocks noGrp="1"/>
          </p:cNvSpPr>
          <p:nvPr>
            <p:ph type="subTitle" idx="3"/>
          </p:nvPr>
        </p:nvSpPr>
        <p:spPr>
          <a:xfrm>
            <a:off x="6193193" y="1887713"/>
            <a:ext cx="21930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 sz="1600" b="1">
                <a:solidFill>
                  <a:schemeClr val="dk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endParaRPr/>
          </a:p>
        </p:txBody>
      </p:sp>
      <p:sp>
        <p:nvSpPr>
          <p:cNvPr id="110" name="Google Shape;110;p13"/>
          <p:cNvSpPr txBox="1">
            <a:spLocks noGrp="1"/>
          </p:cNvSpPr>
          <p:nvPr>
            <p:ph type="subTitle" idx="4"/>
          </p:nvPr>
        </p:nvSpPr>
        <p:spPr>
          <a:xfrm>
            <a:off x="6193193" y="3331450"/>
            <a:ext cx="21930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 sz="1600" b="1">
                <a:solidFill>
                  <a:schemeClr val="dk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endParaRPr/>
          </a:p>
        </p:txBody>
      </p:sp>
      <p:sp>
        <p:nvSpPr>
          <p:cNvPr id="111" name="Google Shape;111;p13"/>
          <p:cNvSpPr txBox="1">
            <a:spLocks noGrp="1"/>
          </p:cNvSpPr>
          <p:nvPr>
            <p:ph type="subTitle" idx="5"/>
          </p:nvPr>
        </p:nvSpPr>
        <p:spPr>
          <a:xfrm>
            <a:off x="6193193" y="2850204"/>
            <a:ext cx="21930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 sz="1600" b="1">
                <a:solidFill>
                  <a:schemeClr val="dk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endParaRPr/>
          </a:p>
        </p:txBody>
      </p:sp>
      <p:sp>
        <p:nvSpPr>
          <p:cNvPr id="112" name="Google Shape;112;p13"/>
          <p:cNvSpPr txBox="1">
            <a:spLocks noGrp="1"/>
          </p:cNvSpPr>
          <p:nvPr>
            <p:ph type="subTitle" idx="6"/>
          </p:nvPr>
        </p:nvSpPr>
        <p:spPr>
          <a:xfrm>
            <a:off x="6193193" y="1406467"/>
            <a:ext cx="21930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 sz="1600" b="1">
                <a:solidFill>
                  <a:schemeClr val="dk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endParaRPr/>
          </a:p>
        </p:txBody>
      </p:sp>
      <p:sp>
        <p:nvSpPr>
          <p:cNvPr id="113" name="Google Shape;113;p13"/>
          <p:cNvSpPr txBox="1">
            <a:spLocks noGrp="1"/>
          </p:cNvSpPr>
          <p:nvPr>
            <p:ph type="subTitle" idx="7"/>
          </p:nvPr>
        </p:nvSpPr>
        <p:spPr>
          <a:xfrm>
            <a:off x="6193193" y="2368958"/>
            <a:ext cx="21930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 sz="1600" b="1">
                <a:solidFill>
                  <a:schemeClr val="dk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endParaRPr/>
          </a:p>
        </p:txBody>
      </p:sp>
      <p:sp>
        <p:nvSpPr>
          <p:cNvPr id="114" name="Google Shape;114;p13"/>
          <p:cNvSpPr txBox="1">
            <a:spLocks noGrp="1"/>
          </p:cNvSpPr>
          <p:nvPr>
            <p:ph type="title" idx="8" hasCustomPrompt="1"/>
          </p:nvPr>
        </p:nvSpPr>
        <p:spPr>
          <a:xfrm>
            <a:off x="8462400" y="1887554"/>
            <a:ext cx="453000" cy="3108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1600" b="0">
                <a:solidFill>
                  <a:schemeClr val="lt1"/>
                </a:solidFill>
                <a:latin typeface="IBM Plex Mono SemiBold"/>
                <a:ea typeface="IBM Plex Mono SemiBold"/>
                <a:cs typeface="IBM Plex Mono SemiBold"/>
                <a:sym typeface="IBM Plex Mon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9pPr>
          </a:lstStyle>
          <a:p>
            <a:r>
              <a:t>xx%</a:t>
            </a:r>
          </a:p>
        </p:txBody>
      </p:sp>
      <p:sp>
        <p:nvSpPr>
          <p:cNvPr id="115" name="Google Shape;115;p13"/>
          <p:cNvSpPr txBox="1">
            <a:spLocks noGrp="1"/>
          </p:cNvSpPr>
          <p:nvPr>
            <p:ph type="title" idx="9" hasCustomPrompt="1"/>
          </p:nvPr>
        </p:nvSpPr>
        <p:spPr>
          <a:xfrm>
            <a:off x="8462400" y="924968"/>
            <a:ext cx="453000" cy="3108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1600" b="0">
                <a:solidFill>
                  <a:schemeClr val="lt1"/>
                </a:solidFill>
                <a:latin typeface="IBM Plex Mono SemiBold"/>
                <a:ea typeface="IBM Plex Mono SemiBold"/>
                <a:cs typeface="IBM Plex Mono SemiBold"/>
                <a:sym typeface="IBM Plex Mon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9pPr>
          </a:lstStyle>
          <a:p>
            <a:r>
              <a:t>xx%</a:t>
            </a:r>
          </a:p>
        </p:txBody>
      </p:sp>
      <p:sp>
        <p:nvSpPr>
          <p:cNvPr id="116" name="Google Shape;116;p13"/>
          <p:cNvSpPr txBox="1">
            <a:spLocks noGrp="1"/>
          </p:cNvSpPr>
          <p:nvPr>
            <p:ph type="title" idx="13" hasCustomPrompt="1"/>
          </p:nvPr>
        </p:nvSpPr>
        <p:spPr>
          <a:xfrm>
            <a:off x="8462400" y="2368846"/>
            <a:ext cx="453000" cy="3108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1600" b="0">
                <a:solidFill>
                  <a:schemeClr val="lt1"/>
                </a:solidFill>
                <a:latin typeface="IBM Plex Mono SemiBold"/>
                <a:ea typeface="IBM Plex Mono SemiBold"/>
                <a:cs typeface="IBM Plex Mono SemiBold"/>
                <a:sym typeface="IBM Plex Mon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9pPr>
          </a:lstStyle>
          <a:p>
            <a:r>
              <a:t>xx%</a:t>
            </a:r>
          </a:p>
        </p:txBody>
      </p:sp>
      <p:sp>
        <p:nvSpPr>
          <p:cNvPr id="117" name="Google Shape;117;p13"/>
          <p:cNvSpPr txBox="1">
            <a:spLocks noGrp="1"/>
          </p:cNvSpPr>
          <p:nvPr>
            <p:ph type="title" idx="14" hasCustomPrompt="1"/>
          </p:nvPr>
        </p:nvSpPr>
        <p:spPr>
          <a:xfrm>
            <a:off x="8462400" y="2850139"/>
            <a:ext cx="453000" cy="3108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1600" b="0">
                <a:solidFill>
                  <a:schemeClr val="lt1"/>
                </a:solidFill>
                <a:latin typeface="IBM Plex Mono SemiBold"/>
                <a:ea typeface="IBM Plex Mono SemiBold"/>
                <a:cs typeface="IBM Plex Mono SemiBold"/>
                <a:sym typeface="IBM Plex Mon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9pPr>
          </a:lstStyle>
          <a:p>
            <a:r>
              <a:t>xx%</a:t>
            </a:r>
          </a:p>
        </p:txBody>
      </p:sp>
      <p:sp>
        <p:nvSpPr>
          <p:cNvPr id="118" name="Google Shape;118;p13"/>
          <p:cNvSpPr txBox="1">
            <a:spLocks noGrp="1"/>
          </p:cNvSpPr>
          <p:nvPr>
            <p:ph type="title" idx="15" hasCustomPrompt="1"/>
          </p:nvPr>
        </p:nvSpPr>
        <p:spPr>
          <a:xfrm>
            <a:off x="8462400" y="443975"/>
            <a:ext cx="453000" cy="3105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1600" b="0">
                <a:solidFill>
                  <a:schemeClr val="lt1"/>
                </a:solidFill>
                <a:latin typeface="IBM Plex Mono SemiBold"/>
                <a:ea typeface="IBM Plex Mono SemiBold"/>
                <a:cs typeface="IBM Plex Mono SemiBold"/>
                <a:sym typeface="IBM Plex Mon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Font typeface="IBM Plex Mono"/>
              <a:buNone/>
              <a:defRPr sz="9600">
                <a:latin typeface="IBM Plex Mono"/>
                <a:ea typeface="IBM Plex Mono"/>
                <a:cs typeface="IBM Plex Mono"/>
                <a:sym typeface="IBM Plex Mono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Font typeface="IBM Plex Mono"/>
              <a:buNone/>
              <a:defRPr sz="9600">
                <a:latin typeface="IBM Plex Mono"/>
                <a:ea typeface="IBM Plex Mono"/>
                <a:cs typeface="IBM Plex Mono"/>
                <a:sym typeface="IBM Plex Mono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Font typeface="IBM Plex Mono"/>
              <a:buNone/>
              <a:defRPr sz="9600">
                <a:latin typeface="IBM Plex Mono"/>
                <a:ea typeface="IBM Plex Mono"/>
                <a:cs typeface="IBM Plex Mono"/>
                <a:sym typeface="IBM Plex Mono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Font typeface="IBM Plex Mono"/>
              <a:buNone/>
              <a:defRPr sz="9600">
                <a:latin typeface="IBM Plex Mono"/>
                <a:ea typeface="IBM Plex Mono"/>
                <a:cs typeface="IBM Plex Mono"/>
                <a:sym typeface="IBM Plex Mono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Font typeface="IBM Plex Mono"/>
              <a:buNone/>
              <a:defRPr sz="9600">
                <a:latin typeface="IBM Plex Mono"/>
                <a:ea typeface="IBM Plex Mono"/>
                <a:cs typeface="IBM Plex Mono"/>
                <a:sym typeface="IBM Plex Mono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Font typeface="IBM Plex Mono"/>
              <a:buNone/>
              <a:defRPr sz="9600">
                <a:latin typeface="IBM Plex Mono"/>
                <a:ea typeface="IBM Plex Mono"/>
                <a:cs typeface="IBM Plex Mono"/>
                <a:sym typeface="IBM Plex Mono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Font typeface="IBM Plex Mono"/>
              <a:buNone/>
              <a:defRPr sz="9600">
                <a:latin typeface="IBM Plex Mono"/>
                <a:ea typeface="IBM Plex Mono"/>
                <a:cs typeface="IBM Plex Mono"/>
                <a:sym typeface="IBM Plex Mono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Font typeface="IBM Plex Mono"/>
              <a:buNone/>
              <a:defRPr sz="9600">
                <a:latin typeface="IBM Plex Mono"/>
                <a:ea typeface="IBM Plex Mono"/>
                <a:cs typeface="IBM Plex Mono"/>
                <a:sym typeface="IBM Plex Mono"/>
              </a:defRPr>
            </a:lvl9pPr>
          </a:lstStyle>
          <a:p>
            <a:r>
              <a:t>xx%</a:t>
            </a:r>
          </a:p>
        </p:txBody>
      </p:sp>
      <p:sp>
        <p:nvSpPr>
          <p:cNvPr id="119" name="Google Shape;119;p13"/>
          <p:cNvSpPr txBox="1">
            <a:spLocks noGrp="1"/>
          </p:cNvSpPr>
          <p:nvPr>
            <p:ph type="title" idx="16" hasCustomPrompt="1"/>
          </p:nvPr>
        </p:nvSpPr>
        <p:spPr>
          <a:xfrm>
            <a:off x="8462400" y="1406261"/>
            <a:ext cx="453000" cy="3108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1600" b="0">
                <a:solidFill>
                  <a:schemeClr val="lt1"/>
                </a:solidFill>
                <a:latin typeface="IBM Plex Mono SemiBold"/>
                <a:ea typeface="IBM Plex Mono SemiBold"/>
                <a:cs typeface="IBM Plex Mono SemiBold"/>
                <a:sym typeface="IBM Plex Mon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6200"/>
              <a:buFont typeface="IBM Plex Mono"/>
              <a:buNone/>
              <a:defRPr sz="6200">
                <a:latin typeface="IBM Plex Mono"/>
                <a:ea typeface="IBM Plex Mono"/>
                <a:cs typeface="IBM Plex Mono"/>
                <a:sym typeface="IBM Plex Mono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6200"/>
              <a:buFont typeface="IBM Plex Mono"/>
              <a:buNone/>
              <a:defRPr sz="6200">
                <a:latin typeface="IBM Plex Mono"/>
                <a:ea typeface="IBM Plex Mono"/>
                <a:cs typeface="IBM Plex Mono"/>
                <a:sym typeface="IBM Plex Mono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6200"/>
              <a:buFont typeface="IBM Plex Mono"/>
              <a:buNone/>
              <a:defRPr sz="6200">
                <a:latin typeface="IBM Plex Mono"/>
                <a:ea typeface="IBM Plex Mono"/>
                <a:cs typeface="IBM Plex Mono"/>
                <a:sym typeface="IBM Plex Mono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6200"/>
              <a:buFont typeface="IBM Plex Mono"/>
              <a:buNone/>
              <a:defRPr sz="6200">
                <a:latin typeface="IBM Plex Mono"/>
                <a:ea typeface="IBM Plex Mono"/>
                <a:cs typeface="IBM Plex Mono"/>
                <a:sym typeface="IBM Plex Mono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6200"/>
              <a:buFont typeface="IBM Plex Mono"/>
              <a:buNone/>
              <a:defRPr sz="6200">
                <a:latin typeface="IBM Plex Mono"/>
                <a:ea typeface="IBM Plex Mono"/>
                <a:cs typeface="IBM Plex Mono"/>
                <a:sym typeface="IBM Plex Mono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6200"/>
              <a:buFont typeface="IBM Plex Mono"/>
              <a:buNone/>
              <a:defRPr sz="6200">
                <a:latin typeface="IBM Plex Mono"/>
                <a:ea typeface="IBM Plex Mono"/>
                <a:cs typeface="IBM Plex Mono"/>
                <a:sym typeface="IBM Plex Mono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6200"/>
              <a:buFont typeface="IBM Plex Mono"/>
              <a:buNone/>
              <a:defRPr sz="6200">
                <a:latin typeface="IBM Plex Mono"/>
                <a:ea typeface="IBM Plex Mono"/>
                <a:cs typeface="IBM Plex Mono"/>
                <a:sym typeface="IBM Plex Mono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6200"/>
              <a:buFont typeface="IBM Plex Mono"/>
              <a:buNone/>
              <a:defRPr sz="6200">
                <a:latin typeface="IBM Plex Mono"/>
                <a:ea typeface="IBM Plex Mono"/>
                <a:cs typeface="IBM Plex Mono"/>
                <a:sym typeface="IBM Plex Mono"/>
              </a:defRPr>
            </a:lvl9pPr>
          </a:lstStyle>
          <a:p>
            <a:r>
              <a:t>xx%</a:t>
            </a:r>
          </a:p>
        </p:txBody>
      </p:sp>
      <p:sp>
        <p:nvSpPr>
          <p:cNvPr id="120" name="Google Shape;120;p13"/>
          <p:cNvSpPr txBox="1">
            <a:spLocks noGrp="1"/>
          </p:cNvSpPr>
          <p:nvPr>
            <p:ph type="title" idx="17" hasCustomPrompt="1"/>
          </p:nvPr>
        </p:nvSpPr>
        <p:spPr>
          <a:xfrm>
            <a:off x="8462400" y="3331432"/>
            <a:ext cx="453000" cy="3108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1600" b="0">
                <a:solidFill>
                  <a:schemeClr val="lt1"/>
                </a:solidFill>
                <a:latin typeface="IBM Plex Mono SemiBold"/>
                <a:ea typeface="IBM Plex Mono SemiBold"/>
                <a:cs typeface="IBM Plex Mono SemiBold"/>
                <a:sym typeface="IBM Plex Mon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9pPr>
          </a:lstStyle>
          <a:p>
            <a:r>
              <a:t>xx%</a:t>
            </a:r>
          </a:p>
        </p:txBody>
      </p:sp>
      <p:sp>
        <p:nvSpPr>
          <p:cNvPr id="121" name="Google Shape;121;p13"/>
          <p:cNvSpPr txBox="1">
            <a:spLocks noGrp="1"/>
          </p:cNvSpPr>
          <p:nvPr>
            <p:ph type="subTitle" idx="18"/>
          </p:nvPr>
        </p:nvSpPr>
        <p:spPr>
          <a:xfrm>
            <a:off x="6189850" y="3812700"/>
            <a:ext cx="21966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 sz="1600" b="1">
                <a:solidFill>
                  <a:schemeClr val="dk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endParaRPr/>
          </a:p>
        </p:txBody>
      </p:sp>
      <p:sp>
        <p:nvSpPr>
          <p:cNvPr id="122" name="Google Shape;122;p13"/>
          <p:cNvSpPr txBox="1">
            <a:spLocks noGrp="1"/>
          </p:cNvSpPr>
          <p:nvPr>
            <p:ph type="title" idx="19" hasCustomPrompt="1"/>
          </p:nvPr>
        </p:nvSpPr>
        <p:spPr>
          <a:xfrm>
            <a:off x="8462400" y="3812725"/>
            <a:ext cx="453000" cy="3108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1600" b="0">
                <a:solidFill>
                  <a:schemeClr val="lt1"/>
                </a:solidFill>
                <a:latin typeface="IBM Plex Mono SemiBold"/>
                <a:ea typeface="IBM Plex Mono SemiBold"/>
                <a:cs typeface="IBM Plex Mono SemiBold"/>
                <a:sym typeface="IBM Plex Mon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9pPr>
          </a:lstStyle>
          <a:p>
            <a:r>
              <a:t>xx%</a:t>
            </a:r>
          </a:p>
        </p:txBody>
      </p:sp>
      <p:sp>
        <p:nvSpPr>
          <p:cNvPr id="123" name="Google Shape;123;p13"/>
          <p:cNvSpPr txBox="1">
            <a:spLocks noGrp="1"/>
          </p:cNvSpPr>
          <p:nvPr>
            <p:ph type="subTitle" idx="20"/>
          </p:nvPr>
        </p:nvSpPr>
        <p:spPr>
          <a:xfrm>
            <a:off x="3572100" y="443975"/>
            <a:ext cx="26211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9pPr>
          </a:lstStyle>
          <a:p>
            <a:endParaRPr/>
          </a:p>
        </p:txBody>
      </p:sp>
      <p:sp>
        <p:nvSpPr>
          <p:cNvPr id="124" name="Google Shape;124;p13"/>
          <p:cNvSpPr txBox="1">
            <a:spLocks noGrp="1"/>
          </p:cNvSpPr>
          <p:nvPr>
            <p:ph type="subTitle" idx="21"/>
          </p:nvPr>
        </p:nvSpPr>
        <p:spPr>
          <a:xfrm>
            <a:off x="3572100" y="925221"/>
            <a:ext cx="26211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9pPr>
          </a:lstStyle>
          <a:p>
            <a:endParaRPr/>
          </a:p>
        </p:txBody>
      </p:sp>
      <p:sp>
        <p:nvSpPr>
          <p:cNvPr id="125" name="Google Shape;125;p13"/>
          <p:cNvSpPr txBox="1">
            <a:spLocks noGrp="1"/>
          </p:cNvSpPr>
          <p:nvPr>
            <p:ph type="subTitle" idx="22"/>
          </p:nvPr>
        </p:nvSpPr>
        <p:spPr>
          <a:xfrm>
            <a:off x="3572100" y="1406468"/>
            <a:ext cx="26211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9pPr>
          </a:lstStyle>
          <a:p>
            <a:endParaRPr/>
          </a:p>
        </p:txBody>
      </p:sp>
      <p:sp>
        <p:nvSpPr>
          <p:cNvPr id="126" name="Google Shape;126;p13"/>
          <p:cNvSpPr txBox="1">
            <a:spLocks noGrp="1"/>
          </p:cNvSpPr>
          <p:nvPr>
            <p:ph type="subTitle" idx="23"/>
          </p:nvPr>
        </p:nvSpPr>
        <p:spPr>
          <a:xfrm>
            <a:off x="3572100" y="1887714"/>
            <a:ext cx="26211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9pPr>
          </a:lstStyle>
          <a:p>
            <a:endParaRPr/>
          </a:p>
        </p:txBody>
      </p:sp>
      <p:sp>
        <p:nvSpPr>
          <p:cNvPr id="127" name="Google Shape;127;p13"/>
          <p:cNvSpPr txBox="1">
            <a:spLocks noGrp="1"/>
          </p:cNvSpPr>
          <p:nvPr>
            <p:ph type="subTitle" idx="24"/>
          </p:nvPr>
        </p:nvSpPr>
        <p:spPr>
          <a:xfrm>
            <a:off x="3572100" y="2368961"/>
            <a:ext cx="26211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9pPr>
          </a:lstStyle>
          <a:p>
            <a:endParaRPr/>
          </a:p>
        </p:txBody>
      </p:sp>
      <p:sp>
        <p:nvSpPr>
          <p:cNvPr id="128" name="Google Shape;128;p13"/>
          <p:cNvSpPr txBox="1">
            <a:spLocks noGrp="1"/>
          </p:cNvSpPr>
          <p:nvPr>
            <p:ph type="subTitle" idx="25"/>
          </p:nvPr>
        </p:nvSpPr>
        <p:spPr>
          <a:xfrm>
            <a:off x="3572100" y="2850207"/>
            <a:ext cx="26211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9pPr>
          </a:lstStyle>
          <a:p>
            <a:endParaRPr/>
          </a:p>
        </p:txBody>
      </p:sp>
      <p:sp>
        <p:nvSpPr>
          <p:cNvPr id="129" name="Google Shape;129;p13"/>
          <p:cNvSpPr txBox="1">
            <a:spLocks noGrp="1"/>
          </p:cNvSpPr>
          <p:nvPr>
            <p:ph type="subTitle" idx="26"/>
          </p:nvPr>
        </p:nvSpPr>
        <p:spPr>
          <a:xfrm>
            <a:off x="3572100" y="3331454"/>
            <a:ext cx="26211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9pPr>
          </a:lstStyle>
          <a:p>
            <a:endParaRPr/>
          </a:p>
        </p:txBody>
      </p:sp>
      <p:sp>
        <p:nvSpPr>
          <p:cNvPr id="130" name="Google Shape;130;p13"/>
          <p:cNvSpPr txBox="1">
            <a:spLocks noGrp="1"/>
          </p:cNvSpPr>
          <p:nvPr>
            <p:ph type="subTitle" idx="27"/>
          </p:nvPr>
        </p:nvSpPr>
        <p:spPr>
          <a:xfrm>
            <a:off x="3572100" y="3812700"/>
            <a:ext cx="26211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CUSTOM"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2" name="Google Shape;132;p14"/>
          <p:cNvGrpSpPr/>
          <p:nvPr/>
        </p:nvGrpSpPr>
        <p:grpSpPr>
          <a:xfrm>
            <a:off x="100" y="0"/>
            <a:ext cx="9144000" cy="228600"/>
            <a:chOff x="100" y="0"/>
            <a:chExt cx="9144000" cy="228600"/>
          </a:xfrm>
        </p:grpSpPr>
        <p:sp>
          <p:nvSpPr>
            <p:cNvPr id="133" name="Google Shape;133;p14"/>
            <p:cNvSpPr/>
            <p:nvPr/>
          </p:nvSpPr>
          <p:spPr>
            <a:xfrm>
              <a:off x="100" y="0"/>
              <a:ext cx="9144000" cy="2286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grpSp>
          <p:nvGrpSpPr>
            <p:cNvPr id="134" name="Google Shape;134;p14"/>
            <p:cNvGrpSpPr/>
            <p:nvPr/>
          </p:nvGrpSpPr>
          <p:grpSpPr>
            <a:xfrm>
              <a:off x="228600" y="75300"/>
              <a:ext cx="339251" cy="78000"/>
              <a:chOff x="228600" y="75300"/>
              <a:chExt cx="339251" cy="78000"/>
            </a:xfrm>
          </p:grpSpPr>
          <p:sp>
            <p:nvSpPr>
              <p:cNvPr id="135" name="Google Shape;135;p14"/>
              <p:cNvSpPr/>
              <p:nvPr/>
            </p:nvSpPr>
            <p:spPr>
              <a:xfrm>
                <a:off x="228600" y="75300"/>
                <a:ext cx="78000" cy="78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32550" tIns="32550" rIns="32550" bIns="3255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98"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6" name="Google Shape;136;p14"/>
              <p:cNvSpPr/>
              <p:nvPr/>
            </p:nvSpPr>
            <p:spPr>
              <a:xfrm>
                <a:off x="359226" y="75300"/>
                <a:ext cx="78000" cy="78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32550" tIns="32550" rIns="32550" bIns="3255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98"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7" name="Google Shape;137;p14"/>
              <p:cNvSpPr/>
              <p:nvPr/>
            </p:nvSpPr>
            <p:spPr>
              <a:xfrm>
                <a:off x="489851" y="75300"/>
                <a:ext cx="78000" cy="78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32550" tIns="32550" rIns="32550" bIns="3255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98">
                  <a:latin typeface="Lato"/>
                  <a:ea typeface="Lato"/>
                  <a:cs typeface="Lato"/>
                  <a:sym typeface="Lato"/>
                </a:endParaRPr>
              </a:p>
            </p:txBody>
          </p:sp>
        </p:grpSp>
      </p:grpSp>
      <p:sp>
        <p:nvSpPr>
          <p:cNvPr id="138" name="Google Shape;138;p14"/>
          <p:cNvSpPr txBox="1">
            <a:spLocks noGrp="1"/>
          </p:cNvSpPr>
          <p:nvPr>
            <p:ph type="title"/>
          </p:nvPr>
        </p:nvSpPr>
        <p:spPr>
          <a:xfrm>
            <a:off x="228600" y="863250"/>
            <a:ext cx="5562600" cy="15699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2600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  <p:sp>
        <p:nvSpPr>
          <p:cNvPr id="139" name="Google Shape;139;p14"/>
          <p:cNvSpPr txBox="1">
            <a:spLocks noGrp="1"/>
          </p:cNvSpPr>
          <p:nvPr>
            <p:ph type="subTitle" idx="1"/>
          </p:nvPr>
        </p:nvSpPr>
        <p:spPr>
          <a:xfrm>
            <a:off x="3352800" y="2661750"/>
            <a:ext cx="5562600" cy="184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CUSTOM_3_1"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3" name="Google Shape;213;p21"/>
          <p:cNvGrpSpPr/>
          <p:nvPr/>
        </p:nvGrpSpPr>
        <p:grpSpPr>
          <a:xfrm>
            <a:off x="100" y="0"/>
            <a:ext cx="9144000" cy="228600"/>
            <a:chOff x="100" y="0"/>
            <a:chExt cx="9144000" cy="228600"/>
          </a:xfrm>
        </p:grpSpPr>
        <p:sp>
          <p:nvSpPr>
            <p:cNvPr id="214" name="Google Shape;214;p21"/>
            <p:cNvSpPr/>
            <p:nvPr/>
          </p:nvSpPr>
          <p:spPr>
            <a:xfrm>
              <a:off x="100" y="0"/>
              <a:ext cx="9144000" cy="2286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grpSp>
          <p:nvGrpSpPr>
            <p:cNvPr id="215" name="Google Shape;215;p21"/>
            <p:cNvGrpSpPr/>
            <p:nvPr/>
          </p:nvGrpSpPr>
          <p:grpSpPr>
            <a:xfrm>
              <a:off x="228600" y="75300"/>
              <a:ext cx="339251" cy="78000"/>
              <a:chOff x="228600" y="75300"/>
              <a:chExt cx="339251" cy="78000"/>
            </a:xfrm>
          </p:grpSpPr>
          <p:sp>
            <p:nvSpPr>
              <p:cNvPr id="216" name="Google Shape;216;p21"/>
              <p:cNvSpPr/>
              <p:nvPr/>
            </p:nvSpPr>
            <p:spPr>
              <a:xfrm>
                <a:off x="228600" y="75300"/>
                <a:ext cx="78000" cy="78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32550" tIns="32550" rIns="32550" bIns="3255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98"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217" name="Google Shape;217;p21"/>
              <p:cNvSpPr/>
              <p:nvPr/>
            </p:nvSpPr>
            <p:spPr>
              <a:xfrm>
                <a:off x="359226" y="75300"/>
                <a:ext cx="78000" cy="78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32550" tIns="32550" rIns="32550" bIns="3255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98"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218" name="Google Shape;218;p21"/>
              <p:cNvSpPr/>
              <p:nvPr/>
            </p:nvSpPr>
            <p:spPr>
              <a:xfrm>
                <a:off x="489851" y="75300"/>
                <a:ext cx="78000" cy="78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32550" tIns="32550" rIns="32550" bIns="3255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98">
                  <a:latin typeface="Lato"/>
                  <a:ea typeface="Lato"/>
                  <a:cs typeface="Lato"/>
                  <a:sym typeface="Lato"/>
                </a:endParaRPr>
              </a:p>
            </p:txBody>
          </p:sp>
        </p:grpSp>
      </p:grpSp>
      <p:sp>
        <p:nvSpPr>
          <p:cNvPr id="219" name="Google Shape;219;p21"/>
          <p:cNvSpPr txBox="1">
            <a:spLocks noGrp="1"/>
          </p:cNvSpPr>
          <p:nvPr>
            <p:ph type="title"/>
          </p:nvPr>
        </p:nvSpPr>
        <p:spPr>
          <a:xfrm>
            <a:off x="228597" y="2513700"/>
            <a:ext cx="3550800" cy="2401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000"/>
              <a:buNone/>
              <a:defRPr sz="7200"/>
            </a:lvl1pPr>
            <a:lvl2pPr lvl="1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  <p:sp>
        <p:nvSpPr>
          <p:cNvPr id="220" name="Google Shape;220;p21"/>
          <p:cNvSpPr txBox="1">
            <a:spLocks noGrp="1"/>
          </p:cNvSpPr>
          <p:nvPr>
            <p:ph type="subTitle" idx="1"/>
          </p:nvPr>
        </p:nvSpPr>
        <p:spPr>
          <a:xfrm>
            <a:off x="4400375" y="2513700"/>
            <a:ext cx="4448100" cy="117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1" name="Google Shape;221;p21"/>
          <p:cNvSpPr txBox="1"/>
          <p:nvPr/>
        </p:nvSpPr>
        <p:spPr>
          <a:xfrm>
            <a:off x="4400375" y="3978450"/>
            <a:ext cx="44481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CREDITS:</a:t>
            </a:r>
            <a:r>
              <a:rPr lang="en"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This presentation template was created by </a:t>
            </a:r>
            <a:r>
              <a:rPr lang="en" sz="1000" b="1">
                <a:solidFill>
                  <a:schemeClr val="dk1"/>
                </a:solidFill>
                <a:uFill>
                  <a:noFill/>
                </a:uFill>
                <a:latin typeface="Roboto"/>
                <a:ea typeface="Roboto"/>
                <a:cs typeface="Roboto"/>
                <a:sym typeface="Roboto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and includes icons, infographics &amp; images by </a:t>
            </a:r>
            <a:r>
              <a:rPr lang="en" sz="1000" b="1">
                <a:solidFill>
                  <a:schemeClr val="dk1"/>
                </a:solidFill>
                <a:uFill>
                  <a:noFill/>
                </a:uFill>
                <a:latin typeface="Roboto"/>
                <a:ea typeface="Roboto"/>
                <a:cs typeface="Roboto"/>
                <a:sym typeface="Roboto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endParaRPr sz="1000" b="1" u="sng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BLANK_1_1_1_1_1_1_1"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3" name="Google Shape;223;p22"/>
          <p:cNvGrpSpPr/>
          <p:nvPr/>
        </p:nvGrpSpPr>
        <p:grpSpPr>
          <a:xfrm>
            <a:off x="100" y="0"/>
            <a:ext cx="9144000" cy="228600"/>
            <a:chOff x="100" y="0"/>
            <a:chExt cx="9144000" cy="228600"/>
          </a:xfrm>
        </p:grpSpPr>
        <p:sp>
          <p:nvSpPr>
            <p:cNvPr id="224" name="Google Shape;224;p22"/>
            <p:cNvSpPr/>
            <p:nvPr/>
          </p:nvSpPr>
          <p:spPr>
            <a:xfrm>
              <a:off x="100" y="0"/>
              <a:ext cx="9144000" cy="2286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grpSp>
          <p:nvGrpSpPr>
            <p:cNvPr id="225" name="Google Shape;225;p22"/>
            <p:cNvGrpSpPr/>
            <p:nvPr/>
          </p:nvGrpSpPr>
          <p:grpSpPr>
            <a:xfrm>
              <a:off x="228600" y="75300"/>
              <a:ext cx="339251" cy="78000"/>
              <a:chOff x="228600" y="75300"/>
              <a:chExt cx="339251" cy="78000"/>
            </a:xfrm>
          </p:grpSpPr>
          <p:sp>
            <p:nvSpPr>
              <p:cNvPr id="226" name="Google Shape;226;p22"/>
              <p:cNvSpPr/>
              <p:nvPr/>
            </p:nvSpPr>
            <p:spPr>
              <a:xfrm>
                <a:off x="228600" y="75300"/>
                <a:ext cx="78000" cy="780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32550" tIns="32550" rIns="32550" bIns="3255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98"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227" name="Google Shape;227;p22"/>
              <p:cNvSpPr/>
              <p:nvPr/>
            </p:nvSpPr>
            <p:spPr>
              <a:xfrm>
                <a:off x="359226" y="75300"/>
                <a:ext cx="78000" cy="780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32550" tIns="32550" rIns="32550" bIns="3255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98"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228" name="Google Shape;228;p22"/>
              <p:cNvSpPr/>
              <p:nvPr/>
            </p:nvSpPr>
            <p:spPr>
              <a:xfrm>
                <a:off x="489851" y="75300"/>
                <a:ext cx="78000" cy="780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32550" tIns="32550" rIns="32550" bIns="3255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98">
                  <a:latin typeface="Lato"/>
                  <a:ea typeface="Lato"/>
                  <a:cs typeface="Lato"/>
                  <a:sym typeface="Lato"/>
                </a:endParaRPr>
              </a:p>
            </p:txBody>
          </p:sp>
        </p:grpSp>
      </p:grp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BLANK_1_1_1_1_1_1_1_1"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0" name="Google Shape;230;p23"/>
          <p:cNvGrpSpPr/>
          <p:nvPr/>
        </p:nvGrpSpPr>
        <p:grpSpPr>
          <a:xfrm>
            <a:off x="100" y="0"/>
            <a:ext cx="9144000" cy="228600"/>
            <a:chOff x="100" y="0"/>
            <a:chExt cx="9144000" cy="228600"/>
          </a:xfrm>
        </p:grpSpPr>
        <p:sp>
          <p:nvSpPr>
            <p:cNvPr id="231" name="Google Shape;231;p23"/>
            <p:cNvSpPr/>
            <p:nvPr/>
          </p:nvSpPr>
          <p:spPr>
            <a:xfrm>
              <a:off x="100" y="0"/>
              <a:ext cx="9144000" cy="228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grpSp>
          <p:nvGrpSpPr>
            <p:cNvPr id="232" name="Google Shape;232;p23"/>
            <p:cNvGrpSpPr/>
            <p:nvPr/>
          </p:nvGrpSpPr>
          <p:grpSpPr>
            <a:xfrm>
              <a:off x="228600" y="75300"/>
              <a:ext cx="339251" cy="78000"/>
              <a:chOff x="228600" y="75300"/>
              <a:chExt cx="339251" cy="78000"/>
            </a:xfrm>
          </p:grpSpPr>
          <p:sp>
            <p:nvSpPr>
              <p:cNvPr id="233" name="Google Shape;233;p23"/>
              <p:cNvSpPr/>
              <p:nvPr/>
            </p:nvSpPr>
            <p:spPr>
              <a:xfrm>
                <a:off x="228600" y="75300"/>
                <a:ext cx="78000" cy="78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32550" tIns="32550" rIns="32550" bIns="3255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98"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234" name="Google Shape;234;p23"/>
              <p:cNvSpPr/>
              <p:nvPr/>
            </p:nvSpPr>
            <p:spPr>
              <a:xfrm>
                <a:off x="359226" y="75300"/>
                <a:ext cx="78000" cy="78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32550" tIns="32550" rIns="32550" bIns="3255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98"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235" name="Google Shape;235;p23"/>
              <p:cNvSpPr/>
              <p:nvPr/>
            </p:nvSpPr>
            <p:spPr>
              <a:xfrm>
                <a:off x="489851" y="75300"/>
                <a:ext cx="78000" cy="78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32550" tIns="32550" rIns="32550" bIns="3255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98">
                  <a:latin typeface="Lato"/>
                  <a:ea typeface="Lato"/>
                  <a:cs typeface="Lato"/>
                  <a:sym typeface="Lato"/>
                </a:endParaRPr>
              </a:p>
            </p:txBody>
          </p:sp>
        </p:grp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Space Grotesk"/>
              <a:buNone/>
              <a:defRPr sz="2600" b="1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Space Grotesk"/>
              <a:buNone/>
              <a:defRPr sz="2600" b="1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Space Grotesk"/>
              <a:buNone/>
              <a:defRPr sz="2600" b="1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Space Grotesk"/>
              <a:buNone/>
              <a:defRPr sz="2600" b="1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Space Grotesk"/>
              <a:buNone/>
              <a:defRPr sz="2600" b="1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Space Grotesk"/>
              <a:buNone/>
              <a:defRPr sz="2600" b="1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Space Grotesk"/>
              <a:buNone/>
              <a:defRPr sz="2600" b="1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Space Grotesk"/>
              <a:buNone/>
              <a:defRPr sz="2600" b="1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Space Grotesk"/>
              <a:buNone/>
              <a:defRPr sz="2600" b="1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○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■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○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■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○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■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3" r:id="rId4"/>
    <p:sldLayoutId id="2147483654" r:id="rId5"/>
    <p:sldLayoutId id="2147483655" r:id="rId6"/>
    <p:sldLayoutId id="2147483657" r:id="rId7"/>
    <p:sldLayoutId id="2147483658" r:id="rId8"/>
    <p:sldLayoutId id="2147483659" r:id="rId9"/>
    <p:sldLayoutId id="2147483660" r:id="rId10"/>
    <p:sldLayoutId id="2147483667" r:id="rId11"/>
    <p:sldLayoutId id="2147483668" r:id="rId12"/>
    <p:sldLayoutId id="2147483669" r:id="rId13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in.pinterest.com/pin/automotive-software-market-trends-growth--564849978274091556/" TargetMode="Externa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0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0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0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0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0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1.xml"/><Relationship Id="rId4" Type="http://schemas.openxmlformats.org/officeDocument/2006/relationships/hyperlink" Target="https://butismileanyway.wordpress.com/2015/03/27/thank-you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8"/>
          <p:cNvSpPr txBox="1">
            <a:spLocks noGrp="1"/>
          </p:cNvSpPr>
          <p:nvPr>
            <p:ph type="subTitle" idx="1"/>
          </p:nvPr>
        </p:nvSpPr>
        <p:spPr>
          <a:xfrm>
            <a:off x="228600" y="4483800"/>
            <a:ext cx="3789000" cy="43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Continue</a:t>
            </a:r>
            <a:endParaRPr dirty="0"/>
          </a:p>
        </p:txBody>
      </p:sp>
      <p:sp>
        <p:nvSpPr>
          <p:cNvPr id="252" name="Google Shape;252;p28"/>
          <p:cNvSpPr txBox="1">
            <a:spLocks noGrp="1"/>
          </p:cNvSpPr>
          <p:nvPr>
            <p:ph type="ctrTitle"/>
          </p:nvPr>
        </p:nvSpPr>
        <p:spPr>
          <a:xfrm>
            <a:off x="228600" y="1854000"/>
            <a:ext cx="5257800" cy="2401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 dirty="0" err="1"/>
              <a:t>Automobilių</a:t>
            </a:r>
            <a:r>
              <a:rPr lang="en" sz="4000" dirty="0"/>
              <a:t> </a:t>
            </a:r>
            <a:r>
              <a:rPr lang="en" sz="4000" dirty="0" err="1"/>
              <a:t>technikines</a:t>
            </a:r>
            <a:r>
              <a:rPr lang="en" sz="4000" dirty="0"/>
              <a:t> </a:t>
            </a:r>
            <a:r>
              <a:rPr lang="en" sz="4000" dirty="0" err="1"/>
              <a:t>apžiūros</a:t>
            </a:r>
            <a:r>
              <a:rPr lang="en" sz="4000" dirty="0"/>
              <a:t> </a:t>
            </a:r>
            <a:r>
              <a:rPr lang="en" sz="4000" dirty="0" err="1"/>
              <a:t>registras</a:t>
            </a:r>
            <a:endParaRPr sz="4000" dirty="0"/>
          </a:p>
        </p:txBody>
      </p:sp>
      <p:cxnSp>
        <p:nvCxnSpPr>
          <p:cNvPr id="253" name="Google Shape;253;p28"/>
          <p:cNvCxnSpPr/>
          <p:nvPr/>
        </p:nvCxnSpPr>
        <p:spPr>
          <a:xfrm>
            <a:off x="0" y="457200"/>
            <a:ext cx="91440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255" name="Google Shape;255;p28"/>
          <p:cNvGrpSpPr/>
          <p:nvPr/>
        </p:nvGrpSpPr>
        <p:grpSpPr>
          <a:xfrm>
            <a:off x="228598" y="281400"/>
            <a:ext cx="8686804" cy="123000"/>
            <a:chOff x="228598" y="281400"/>
            <a:chExt cx="8686804" cy="123000"/>
          </a:xfrm>
        </p:grpSpPr>
        <p:sp>
          <p:nvSpPr>
            <p:cNvPr id="256" name="Google Shape;256;p28"/>
            <p:cNvSpPr txBox="1"/>
            <p:nvPr/>
          </p:nvSpPr>
          <p:spPr>
            <a:xfrm>
              <a:off x="4071900" y="281400"/>
              <a:ext cx="1000200" cy="12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800" b="1" dirty="0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Liudvikas Kadys</a:t>
              </a:r>
              <a:endParaRPr sz="800" b="1" dirty="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57" name="Google Shape;257;p28"/>
            <p:cNvSpPr txBox="1"/>
            <p:nvPr/>
          </p:nvSpPr>
          <p:spPr>
            <a:xfrm>
              <a:off x="7554686" y="281400"/>
              <a:ext cx="1360716" cy="12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800" b="1" dirty="0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Kristijonas </a:t>
              </a:r>
              <a:r>
                <a:rPr lang="en" sz="800" b="1" dirty="0" err="1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Bukavickas</a:t>
              </a:r>
              <a:endParaRPr sz="800" b="1" dirty="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58" name="Google Shape;258;p28"/>
            <p:cNvSpPr txBox="1"/>
            <p:nvPr/>
          </p:nvSpPr>
          <p:spPr>
            <a:xfrm>
              <a:off x="228598" y="281400"/>
              <a:ext cx="1051800" cy="12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800" b="1" dirty="0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Nedas Miliūnas</a:t>
              </a:r>
              <a:endParaRPr sz="800" b="1" dirty="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  <p:sp>
        <p:nvSpPr>
          <p:cNvPr id="259" name="Google Shape;259;p28"/>
          <p:cNvSpPr txBox="1"/>
          <p:nvPr/>
        </p:nvSpPr>
        <p:spPr>
          <a:xfrm rot="-5400000">
            <a:off x="7740350" y="3564150"/>
            <a:ext cx="25785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lvl="0"/>
            <a:r>
              <a:rPr lang="en" sz="800" b="1" dirty="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rPr>
              <a:t>← &lt;</a:t>
            </a:r>
            <a:r>
              <a:rPr lang="en-GB" sz="800" b="1" dirty="0" err="1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rPr>
              <a:t>github.com</a:t>
            </a:r>
            <a:r>
              <a:rPr lang="en-GB" sz="800" b="1" dirty="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rPr>
              <a:t>/Rencikas/techas_2025</a:t>
            </a:r>
            <a:r>
              <a:rPr lang="en" sz="800" b="1" dirty="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rPr>
              <a:t>&gt;</a:t>
            </a:r>
            <a:endParaRPr sz="800" b="1" dirty="0">
              <a:solidFill>
                <a:schemeClr val="dk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pic>
        <p:nvPicPr>
          <p:cNvPr id="7" name="Picture 6" descr="A blue car on a road with green lines&#10;&#10;AI-generated content may be incorrect.">
            <a:extLst>
              <a:ext uri="{FF2B5EF4-FFF2-40B4-BE49-F238E27FC236}">
                <a16:creationId xmlns:a16="http://schemas.microsoft.com/office/drawing/2014/main" id="{ADDF5367-B79B-F822-9B0C-C2733D6E33C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837473B0-CC2E-450A-ABE3-18F120FF3D39}">
                <a1611:picAttrSrcUrl xmlns:a1611="http://schemas.microsoft.com/office/drawing/2016/11/main" r:id="rId4"/>
              </a:ext>
            </a:extLst>
          </a:blip>
          <a:srcRect l="6965" r="7640"/>
          <a:stretch>
            <a:fillRect/>
          </a:stretch>
        </p:blipFill>
        <p:spPr>
          <a:xfrm>
            <a:off x="4299860" y="733690"/>
            <a:ext cx="4615240" cy="282514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3900">
        <p14:glitter pattern="hexagon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30"/>
          <p:cNvSpPr txBox="1">
            <a:spLocks noGrp="1"/>
          </p:cNvSpPr>
          <p:nvPr>
            <p:ph type="title"/>
          </p:nvPr>
        </p:nvSpPr>
        <p:spPr>
          <a:xfrm>
            <a:off x="228600" y="4338900"/>
            <a:ext cx="8686800" cy="57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 err="1"/>
              <a:t>Trumpai</a:t>
            </a:r>
            <a:br>
              <a:rPr lang="en" dirty="0"/>
            </a:br>
            <a:endParaRPr b="0" dirty="0"/>
          </a:p>
        </p:txBody>
      </p:sp>
      <p:sp>
        <p:nvSpPr>
          <p:cNvPr id="307" name="Google Shape;307;p30"/>
          <p:cNvSpPr txBox="1">
            <a:spLocks noGrp="1"/>
          </p:cNvSpPr>
          <p:nvPr>
            <p:ph type="subTitle" idx="1"/>
          </p:nvPr>
        </p:nvSpPr>
        <p:spPr>
          <a:xfrm>
            <a:off x="6193193" y="443975"/>
            <a:ext cx="21966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GB" dirty="0"/>
              <a:t>Log-In Sistema</a:t>
            </a:r>
          </a:p>
        </p:txBody>
      </p:sp>
      <p:sp>
        <p:nvSpPr>
          <p:cNvPr id="308" name="Google Shape;308;p30"/>
          <p:cNvSpPr txBox="1">
            <a:spLocks noGrp="1"/>
          </p:cNvSpPr>
          <p:nvPr>
            <p:ph type="subTitle" idx="2"/>
          </p:nvPr>
        </p:nvSpPr>
        <p:spPr>
          <a:xfrm>
            <a:off x="5192486" y="925221"/>
            <a:ext cx="3193707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lt-LT" dirty="0"/>
              <a:t>Automobilių užregistravimas</a:t>
            </a:r>
            <a:endParaRPr lang="en-GB" dirty="0"/>
          </a:p>
        </p:txBody>
      </p:sp>
      <p:sp>
        <p:nvSpPr>
          <p:cNvPr id="309" name="Google Shape;309;p30"/>
          <p:cNvSpPr txBox="1">
            <a:spLocks noGrp="1"/>
          </p:cNvSpPr>
          <p:nvPr>
            <p:ph type="subTitle" idx="3"/>
          </p:nvPr>
        </p:nvSpPr>
        <p:spPr>
          <a:xfrm>
            <a:off x="6193193" y="1887713"/>
            <a:ext cx="21930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buSzPts val="1100"/>
            </a:pPr>
            <a:r>
              <a:rPr lang="en-GB" dirty="0" err="1"/>
              <a:t>Filtravimo</a:t>
            </a:r>
            <a:r>
              <a:rPr lang="en-GB" dirty="0"/>
              <a:t> Sistema</a:t>
            </a:r>
            <a:endParaRPr dirty="0"/>
          </a:p>
        </p:txBody>
      </p:sp>
      <p:sp>
        <p:nvSpPr>
          <p:cNvPr id="311" name="Google Shape;311;p30"/>
          <p:cNvSpPr txBox="1">
            <a:spLocks noGrp="1"/>
          </p:cNvSpPr>
          <p:nvPr>
            <p:ph type="subTitle" idx="5"/>
          </p:nvPr>
        </p:nvSpPr>
        <p:spPr>
          <a:xfrm>
            <a:off x="6193193" y="2850204"/>
            <a:ext cx="21930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Admin panel</a:t>
            </a:r>
            <a:endParaRPr dirty="0"/>
          </a:p>
        </p:txBody>
      </p:sp>
      <p:sp>
        <p:nvSpPr>
          <p:cNvPr id="312" name="Google Shape;312;p30"/>
          <p:cNvSpPr txBox="1">
            <a:spLocks noGrp="1"/>
          </p:cNvSpPr>
          <p:nvPr>
            <p:ph type="subTitle" idx="6"/>
          </p:nvPr>
        </p:nvSpPr>
        <p:spPr>
          <a:xfrm>
            <a:off x="6193193" y="1406467"/>
            <a:ext cx="21930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lt-LT" dirty="0"/>
              <a:t>Duomenų bazė</a:t>
            </a:r>
          </a:p>
        </p:txBody>
      </p:sp>
      <p:sp>
        <p:nvSpPr>
          <p:cNvPr id="313" name="Google Shape;313;p30"/>
          <p:cNvSpPr txBox="1">
            <a:spLocks noGrp="1"/>
          </p:cNvSpPr>
          <p:nvPr>
            <p:ph type="subTitle" idx="7"/>
          </p:nvPr>
        </p:nvSpPr>
        <p:spPr>
          <a:xfrm>
            <a:off x="6193193" y="2368958"/>
            <a:ext cx="21930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 err="1"/>
              <a:t>Valdymas</a:t>
            </a:r>
            <a:endParaRPr dirty="0"/>
          </a:p>
        </p:txBody>
      </p:sp>
      <p:sp>
        <p:nvSpPr>
          <p:cNvPr id="314" name="Google Shape;314;p30"/>
          <p:cNvSpPr txBox="1">
            <a:spLocks noGrp="1"/>
          </p:cNvSpPr>
          <p:nvPr>
            <p:ph type="title" idx="8"/>
          </p:nvPr>
        </p:nvSpPr>
        <p:spPr>
          <a:xfrm>
            <a:off x="8462400" y="1887554"/>
            <a:ext cx="4530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04</a:t>
            </a:r>
            <a:endParaRPr/>
          </a:p>
        </p:txBody>
      </p:sp>
      <p:sp>
        <p:nvSpPr>
          <p:cNvPr id="315" name="Google Shape;315;p30"/>
          <p:cNvSpPr txBox="1">
            <a:spLocks noGrp="1"/>
          </p:cNvSpPr>
          <p:nvPr>
            <p:ph type="title" idx="9"/>
          </p:nvPr>
        </p:nvSpPr>
        <p:spPr>
          <a:xfrm>
            <a:off x="8462400" y="924968"/>
            <a:ext cx="4530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316" name="Google Shape;316;p30"/>
          <p:cNvSpPr txBox="1">
            <a:spLocks noGrp="1"/>
          </p:cNvSpPr>
          <p:nvPr>
            <p:ph type="title" idx="13"/>
          </p:nvPr>
        </p:nvSpPr>
        <p:spPr>
          <a:xfrm>
            <a:off x="8462400" y="2368846"/>
            <a:ext cx="4530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05</a:t>
            </a:r>
            <a:endParaRPr/>
          </a:p>
        </p:txBody>
      </p:sp>
      <p:sp>
        <p:nvSpPr>
          <p:cNvPr id="317" name="Google Shape;317;p30"/>
          <p:cNvSpPr txBox="1">
            <a:spLocks noGrp="1"/>
          </p:cNvSpPr>
          <p:nvPr>
            <p:ph type="title" idx="14"/>
          </p:nvPr>
        </p:nvSpPr>
        <p:spPr>
          <a:xfrm>
            <a:off x="8462400" y="2850139"/>
            <a:ext cx="4530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06</a:t>
            </a:r>
            <a:endParaRPr/>
          </a:p>
        </p:txBody>
      </p:sp>
      <p:sp>
        <p:nvSpPr>
          <p:cNvPr id="318" name="Google Shape;318;p30"/>
          <p:cNvSpPr txBox="1">
            <a:spLocks noGrp="1"/>
          </p:cNvSpPr>
          <p:nvPr>
            <p:ph type="title" idx="15"/>
          </p:nvPr>
        </p:nvSpPr>
        <p:spPr>
          <a:xfrm>
            <a:off x="8462400" y="443975"/>
            <a:ext cx="453000" cy="310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319" name="Google Shape;319;p30"/>
          <p:cNvSpPr txBox="1">
            <a:spLocks noGrp="1"/>
          </p:cNvSpPr>
          <p:nvPr>
            <p:ph type="title" idx="16"/>
          </p:nvPr>
        </p:nvSpPr>
        <p:spPr>
          <a:xfrm>
            <a:off x="8462400" y="1406261"/>
            <a:ext cx="4530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cxnSp>
        <p:nvCxnSpPr>
          <p:cNvPr id="323" name="Google Shape;323;p30"/>
          <p:cNvCxnSpPr/>
          <p:nvPr/>
        </p:nvCxnSpPr>
        <p:spPr>
          <a:xfrm>
            <a:off x="0" y="4914900"/>
            <a:ext cx="91440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24" name="Google Shape;324;p30"/>
          <p:cNvSpPr txBox="1">
            <a:spLocks noGrp="1"/>
          </p:cNvSpPr>
          <p:nvPr>
            <p:ph type="subTitle" idx="20"/>
          </p:nvPr>
        </p:nvSpPr>
        <p:spPr>
          <a:xfrm>
            <a:off x="1849779" y="443675"/>
            <a:ext cx="3537086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 err="1"/>
              <a:t>Prisijungimai</a:t>
            </a:r>
            <a:r>
              <a:rPr lang="en" dirty="0"/>
              <a:t> </a:t>
            </a:r>
            <a:r>
              <a:rPr lang="en" dirty="0" err="1"/>
              <a:t>prie</a:t>
            </a:r>
            <a:r>
              <a:rPr lang="en" dirty="0"/>
              <a:t> </a:t>
            </a:r>
            <a:r>
              <a:rPr lang="en" dirty="0" err="1"/>
              <a:t>paskirų</a:t>
            </a:r>
            <a:r>
              <a:rPr lang="en" dirty="0"/>
              <a:t>  (</a:t>
            </a:r>
            <a:r>
              <a:rPr lang="en" dirty="0" err="1"/>
              <a:t>Darbuotoju</a:t>
            </a:r>
            <a:r>
              <a:rPr lang="en" dirty="0"/>
              <a:t>, Admin)</a:t>
            </a:r>
            <a:endParaRPr dirty="0"/>
          </a:p>
        </p:txBody>
      </p:sp>
      <p:sp>
        <p:nvSpPr>
          <p:cNvPr id="325" name="Google Shape;325;p30"/>
          <p:cNvSpPr txBox="1">
            <a:spLocks noGrp="1"/>
          </p:cNvSpPr>
          <p:nvPr>
            <p:ph type="subTitle" idx="21"/>
          </p:nvPr>
        </p:nvSpPr>
        <p:spPr>
          <a:xfrm>
            <a:off x="1328058" y="910001"/>
            <a:ext cx="4058807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GB" dirty="0" err="1"/>
              <a:t>valst</a:t>
            </a:r>
            <a:r>
              <a:rPr lang="en-GB" dirty="0"/>
              <a:t>. nr, </a:t>
            </a:r>
            <a:r>
              <a:rPr lang="en-GB" dirty="0" err="1"/>
              <a:t>pavadinimas</a:t>
            </a:r>
            <a:r>
              <a:rPr lang="en-GB" dirty="0"/>
              <a:t>, </a:t>
            </a:r>
            <a:r>
              <a:rPr lang="en-GB" dirty="0" err="1"/>
              <a:t>spalva</a:t>
            </a:r>
            <a:r>
              <a:rPr lang="en-GB" dirty="0"/>
              <a:t>, </a:t>
            </a:r>
            <a:r>
              <a:rPr lang="en-GB" dirty="0" err="1"/>
              <a:t>kuras</a:t>
            </a:r>
            <a:r>
              <a:rPr lang="en-GB" dirty="0"/>
              <a:t>, </a:t>
            </a:r>
            <a:r>
              <a:rPr lang="en-GB" dirty="0" err="1"/>
              <a:t>kategorija</a:t>
            </a:r>
            <a:endParaRPr lang="en-GB" dirty="0"/>
          </a:p>
        </p:txBody>
      </p:sp>
      <p:sp>
        <p:nvSpPr>
          <p:cNvPr id="326" name="Google Shape;326;p30"/>
          <p:cNvSpPr txBox="1">
            <a:spLocks noGrp="1"/>
          </p:cNvSpPr>
          <p:nvPr>
            <p:ph type="subTitle" idx="22"/>
          </p:nvPr>
        </p:nvSpPr>
        <p:spPr>
          <a:xfrm>
            <a:off x="1981201" y="1391294"/>
            <a:ext cx="3405664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GB" dirty="0" err="1"/>
              <a:t>išveda</a:t>
            </a:r>
            <a:r>
              <a:rPr lang="en-GB" dirty="0"/>
              <a:t> visas </a:t>
            </a:r>
            <a:r>
              <a:rPr lang="en-GB" dirty="0" err="1"/>
              <a:t>mašinas</a:t>
            </a:r>
            <a:r>
              <a:rPr lang="en-GB" dirty="0"/>
              <a:t> </a:t>
            </a:r>
            <a:r>
              <a:rPr lang="en-GB" dirty="0" err="1"/>
              <a:t>su</a:t>
            </a:r>
            <a:r>
              <a:rPr lang="en-GB" dirty="0"/>
              <a:t> </a:t>
            </a:r>
            <a:r>
              <a:rPr lang="en-GB" dirty="0" err="1"/>
              <a:t>paieškos</a:t>
            </a:r>
            <a:r>
              <a:rPr lang="en-GB" dirty="0"/>
              <a:t> </a:t>
            </a:r>
            <a:r>
              <a:rPr lang="en-GB" dirty="0" err="1"/>
              <a:t>funkcija</a:t>
            </a:r>
            <a:r>
              <a:rPr lang="en-GB" dirty="0"/>
              <a:t> </a:t>
            </a:r>
          </a:p>
        </p:txBody>
      </p:sp>
      <p:sp>
        <p:nvSpPr>
          <p:cNvPr id="327" name="Google Shape;327;p30"/>
          <p:cNvSpPr txBox="1">
            <a:spLocks noGrp="1"/>
          </p:cNvSpPr>
          <p:nvPr>
            <p:ph type="subTitle" idx="23"/>
          </p:nvPr>
        </p:nvSpPr>
        <p:spPr>
          <a:xfrm>
            <a:off x="2765765" y="1872587"/>
            <a:ext cx="26211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lt-LT" dirty="0" err="1"/>
              <a:t>Duoemnų</a:t>
            </a:r>
            <a:r>
              <a:rPr lang="lt-LT" dirty="0"/>
              <a:t> bazė su filtrų opcijomis</a:t>
            </a:r>
          </a:p>
        </p:txBody>
      </p:sp>
      <p:sp>
        <p:nvSpPr>
          <p:cNvPr id="328" name="Google Shape;328;p30"/>
          <p:cNvSpPr txBox="1">
            <a:spLocks noGrp="1"/>
          </p:cNvSpPr>
          <p:nvPr>
            <p:ph type="subTitle" idx="24"/>
          </p:nvPr>
        </p:nvSpPr>
        <p:spPr>
          <a:xfrm>
            <a:off x="2765765" y="2306167"/>
            <a:ext cx="26211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GB" dirty="0"/>
              <a:t>Tech ap. </a:t>
            </a:r>
            <a:r>
              <a:rPr lang="en-GB" dirty="0" err="1"/>
              <a:t>valdymas</a:t>
            </a:r>
            <a:r>
              <a:rPr lang="en-GB" dirty="0"/>
              <a:t>.</a:t>
            </a:r>
          </a:p>
        </p:txBody>
      </p:sp>
      <p:sp>
        <p:nvSpPr>
          <p:cNvPr id="329" name="Google Shape;329;p30"/>
          <p:cNvSpPr txBox="1">
            <a:spLocks noGrp="1"/>
          </p:cNvSpPr>
          <p:nvPr>
            <p:ph type="subTitle" idx="25"/>
          </p:nvPr>
        </p:nvSpPr>
        <p:spPr>
          <a:xfrm>
            <a:off x="1447801" y="2834814"/>
            <a:ext cx="3939064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GB" dirty="0"/>
              <a:t>Admin panel </a:t>
            </a:r>
            <a:r>
              <a:rPr lang="en-GB" dirty="0" err="1"/>
              <a:t>kur</a:t>
            </a:r>
            <a:r>
              <a:rPr lang="en-GB" dirty="0"/>
              <a:t> bus </a:t>
            </a:r>
            <a:r>
              <a:rPr lang="en-GB" dirty="0" err="1"/>
              <a:t>galima</a:t>
            </a:r>
            <a:r>
              <a:rPr lang="en-GB" dirty="0"/>
              <a:t> </a:t>
            </a:r>
            <a:r>
              <a:rPr lang="en-GB" dirty="0" err="1"/>
              <a:t>matyt</a:t>
            </a:r>
            <a:r>
              <a:rPr lang="en-GB" dirty="0"/>
              <a:t> </a:t>
            </a:r>
            <a:r>
              <a:rPr lang="en-GB" dirty="0" err="1"/>
              <a:t>visus</a:t>
            </a:r>
            <a:r>
              <a:rPr lang="en-GB" dirty="0"/>
              <a:t> </a:t>
            </a:r>
            <a:r>
              <a:rPr lang="en-GB" dirty="0" err="1"/>
              <a:t>darbuotojus</a:t>
            </a:r>
            <a:endParaRPr lang="en-GB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3900">
        <p14:glitter pattern="hexagon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5" name="Google Shape;345;p32" title="futuristic-cityscape-with-glowing-lines.jpg"/>
          <p:cNvPicPr preferRelativeResize="0">
            <a:picLocks noGrp="1"/>
          </p:cNvPicPr>
          <p:nvPr>
            <p:ph type="pic" idx="3"/>
          </p:nvPr>
        </p:nvPicPr>
        <p:blipFill rotWithShape="1">
          <a:blip r:embed="rId3">
            <a:alphaModFix/>
          </a:blip>
          <a:srcRect l="1858" r="1858"/>
          <a:stretch/>
        </p:blipFill>
        <p:spPr>
          <a:xfrm>
            <a:off x="228600" y="1006750"/>
            <a:ext cx="2574001" cy="3908101"/>
          </a:xfrm>
          <a:prstGeom prst="rect">
            <a:avLst/>
          </a:prstGeom>
        </p:spPr>
      </p:pic>
      <p:sp>
        <p:nvSpPr>
          <p:cNvPr id="346" name="Google Shape;346;p32"/>
          <p:cNvSpPr txBox="1">
            <a:spLocks noGrp="1"/>
          </p:cNvSpPr>
          <p:nvPr>
            <p:ph type="title"/>
          </p:nvPr>
        </p:nvSpPr>
        <p:spPr>
          <a:xfrm>
            <a:off x="3952200" y="2883000"/>
            <a:ext cx="4963200" cy="2031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GB" dirty="0"/>
              <a:t>Log-In Sistema</a:t>
            </a:r>
          </a:p>
        </p:txBody>
      </p:sp>
      <p:sp>
        <p:nvSpPr>
          <p:cNvPr id="347" name="Google Shape;347;p32"/>
          <p:cNvSpPr txBox="1">
            <a:spLocks noGrp="1"/>
          </p:cNvSpPr>
          <p:nvPr>
            <p:ph type="title" idx="2"/>
          </p:nvPr>
        </p:nvSpPr>
        <p:spPr>
          <a:xfrm>
            <a:off x="7647000" y="1546188"/>
            <a:ext cx="1268400" cy="110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cxnSp>
        <p:nvCxnSpPr>
          <p:cNvPr id="348" name="Google Shape;348;p32"/>
          <p:cNvCxnSpPr/>
          <p:nvPr/>
        </p:nvCxnSpPr>
        <p:spPr>
          <a:xfrm>
            <a:off x="0" y="457200"/>
            <a:ext cx="91440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349" name="Google Shape;349;p32"/>
          <p:cNvGrpSpPr/>
          <p:nvPr/>
        </p:nvGrpSpPr>
        <p:grpSpPr>
          <a:xfrm>
            <a:off x="228598" y="281400"/>
            <a:ext cx="8686804" cy="123000"/>
            <a:chOff x="228598" y="281400"/>
            <a:chExt cx="8686804" cy="123000"/>
          </a:xfrm>
        </p:grpSpPr>
        <p:sp>
          <p:nvSpPr>
            <p:cNvPr id="350" name="Google Shape;350;p32"/>
            <p:cNvSpPr txBox="1"/>
            <p:nvPr/>
          </p:nvSpPr>
          <p:spPr>
            <a:xfrm>
              <a:off x="4071900" y="281400"/>
              <a:ext cx="1000200" cy="12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800" b="1" dirty="0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Liudvikas Kadys</a:t>
              </a:r>
              <a:endParaRPr sz="800" b="1" dirty="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351" name="Google Shape;351;p32"/>
            <p:cNvSpPr txBox="1"/>
            <p:nvPr/>
          </p:nvSpPr>
          <p:spPr>
            <a:xfrm>
              <a:off x="7456714" y="356818"/>
              <a:ext cx="1458688" cy="475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800" b="1" dirty="0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Kristijonas </a:t>
              </a:r>
              <a:r>
                <a:rPr lang="en-GB" sz="800" b="1" dirty="0" err="1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Bukavickas</a:t>
              </a:r>
              <a:endParaRPr sz="800" b="1" dirty="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352" name="Google Shape;352;p32"/>
            <p:cNvSpPr txBox="1"/>
            <p:nvPr/>
          </p:nvSpPr>
          <p:spPr>
            <a:xfrm>
              <a:off x="228598" y="281400"/>
              <a:ext cx="1051800" cy="12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lvl="0"/>
              <a:r>
                <a:rPr lang="en-GB" sz="800" b="1" dirty="0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Nedas Miliūnas</a:t>
              </a:r>
            </a:p>
          </p:txBody>
        </p:sp>
      </p:grpSp>
      <p:sp>
        <p:nvSpPr>
          <p:cNvPr id="353" name="Google Shape;353;p32"/>
          <p:cNvSpPr txBox="1"/>
          <p:nvPr/>
        </p:nvSpPr>
        <p:spPr>
          <a:xfrm rot="-5400000">
            <a:off x="1627650" y="2234500"/>
            <a:ext cx="25785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lvl="0" algn="r"/>
            <a:r>
              <a:rPr lang="en-GB" sz="800" b="1" dirty="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rPr>
              <a:t>&lt;</a:t>
            </a:r>
            <a:r>
              <a:rPr lang="en-GB" sz="800" b="1" dirty="0" err="1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rPr>
              <a:t>github.com</a:t>
            </a:r>
            <a:r>
              <a:rPr lang="en-GB" sz="800" b="1" dirty="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rPr>
              <a:t>/Rencikas/techas_2025&gt;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33"/>
          <p:cNvSpPr txBox="1">
            <a:spLocks noGrp="1"/>
          </p:cNvSpPr>
          <p:nvPr>
            <p:ph type="title"/>
          </p:nvPr>
        </p:nvSpPr>
        <p:spPr>
          <a:xfrm>
            <a:off x="228600" y="863250"/>
            <a:ext cx="5562600" cy="87713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/>
          <a:p>
            <a:r>
              <a:rPr lang="en-GB" dirty="0"/>
              <a:t>Log-In Sistema</a:t>
            </a:r>
          </a:p>
        </p:txBody>
      </p:sp>
      <p:sp>
        <p:nvSpPr>
          <p:cNvPr id="359" name="Google Shape;359;p33"/>
          <p:cNvSpPr txBox="1">
            <a:spLocks noGrp="1"/>
          </p:cNvSpPr>
          <p:nvPr>
            <p:ph type="subTitle" idx="1"/>
          </p:nvPr>
        </p:nvSpPr>
        <p:spPr>
          <a:xfrm>
            <a:off x="228599" y="2323882"/>
            <a:ext cx="8686802" cy="236241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lnSpc>
                <a:spcPct val="150000"/>
              </a:lnSpc>
            </a:pPr>
            <a:r>
              <a:rPr lang="lt-LT" sz="1800" b="1" dirty="0"/>
              <a:t>Prisijungimo modulis leidžia valdyti prieigą prie sistemos:</a:t>
            </a:r>
            <a:br>
              <a:rPr lang="lt-LT" sz="1800" b="1" dirty="0"/>
            </a:br>
            <a:endParaRPr lang="lt-LT" sz="1800" dirty="0"/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lt-LT" sz="1400" dirty="0"/>
              <a:t>Vartotojai prisijungia su </a:t>
            </a:r>
            <a:r>
              <a:rPr lang="lt-LT" sz="1400" dirty="0" err="1"/>
              <a:t>User</a:t>
            </a:r>
            <a:r>
              <a:rPr lang="lt-LT" sz="1400" dirty="0"/>
              <a:t> arba </a:t>
            </a:r>
            <a:r>
              <a:rPr lang="lt-LT" sz="1400" dirty="0" err="1"/>
              <a:t>Admin</a:t>
            </a:r>
            <a:r>
              <a:rPr lang="lt-LT" sz="1400" dirty="0"/>
              <a:t> paskyromis.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lt-LT" sz="1400" dirty="0"/>
              <a:t>Skirtingi prisijungimo tipai suteikia skirtingas funkcijas.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lt-LT" sz="1400" dirty="0" err="1"/>
              <a:t>User</a:t>
            </a:r>
            <a:r>
              <a:rPr lang="lt-LT" sz="1400" dirty="0"/>
              <a:t> gali registruoti automobilius, redaguoti jų informaciją ir peržiūrėti duomenų bazę.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lt-LT" sz="1400" dirty="0" err="1"/>
              <a:t>Admin</a:t>
            </a:r>
            <a:r>
              <a:rPr lang="lt-LT" sz="1400" dirty="0"/>
              <a:t> turi papildomas teises: gali matyti visų vartotojų paskyras ir atlikti administravimo veiksmus.</a:t>
            </a:r>
          </a:p>
        </p:txBody>
      </p:sp>
      <p:cxnSp>
        <p:nvCxnSpPr>
          <p:cNvPr id="360" name="Google Shape;360;p33"/>
          <p:cNvCxnSpPr/>
          <p:nvPr/>
        </p:nvCxnSpPr>
        <p:spPr>
          <a:xfrm>
            <a:off x="0" y="457200"/>
            <a:ext cx="91440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361" name="Google Shape;361;p33"/>
          <p:cNvGrpSpPr/>
          <p:nvPr/>
        </p:nvGrpSpPr>
        <p:grpSpPr>
          <a:xfrm>
            <a:off x="228598" y="281400"/>
            <a:ext cx="8686804" cy="123000"/>
            <a:chOff x="228598" y="281400"/>
            <a:chExt cx="8686804" cy="123000"/>
          </a:xfrm>
        </p:grpSpPr>
        <p:sp>
          <p:nvSpPr>
            <p:cNvPr id="362" name="Google Shape;362;p33"/>
            <p:cNvSpPr txBox="1"/>
            <p:nvPr/>
          </p:nvSpPr>
          <p:spPr>
            <a:xfrm>
              <a:off x="4071900" y="281400"/>
              <a:ext cx="1000200" cy="12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800" b="1" dirty="0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Liudvikas Kadys</a:t>
              </a:r>
              <a:endParaRPr sz="800" b="1" dirty="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363" name="Google Shape;363;p33"/>
            <p:cNvSpPr txBox="1"/>
            <p:nvPr/>
          </p:nvSpPr>
          <p:spPr>
            <a:xfrm>
              <a:off x="7456714" y="281400"/>
              <a:ext cx="1458688" cy="12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800" b="1" dirty="0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Kristijonas </a:t>
              </a:r>
              <a:r>
                <a:rPr lang="en-GB" sz="800" b="1" dirty="0" err="1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Bukavickas</a:t>
              </a:r>
              <a:endParaRPr sz="800" b="1" dirty="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364" name="Google Shape;364;p33"/>
            <p:cNvSpPr txBox="1"/>
            <p:nvPr/>
          </p:nvSpPr>
          <p:spPr>
            <a:xfrm>
              <a:off x="228598" y="281400"/>
              <a:ext cx="1051800" cy="12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800" b="1" dirty="0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Nedas Miliūnas</a:t>
              </a:r>
              <a:endParaRPr sz="800" b="1" dirty="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4">
          <a:extLst>
            <a:ext uri="{FF2B5EF4-FFF2-40B4-BE49-F238E27FC236}">
              <a16:creationId xmlns:a16="http://schemas.microsoft.com/office/drawing/2014/main" id="{B532729B-47BE-6217-F67B-90720DBA2A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5" name="Google Shape;345;p32" title="futuristic-cityscape-with-glowing-lines.jpg">
            <a:extLst>
              <a:ext uri="{FF2B5EF4-FFF2-40B4-BE49-F238E27FC236}">
                <a16:creationId xmlns:a16="http://schemas.microsoft.com/office/drawing/2014/main" id="{C5BFAE59-D5A4-6134-E422-4BC23ABC6C29}"/>
              </a:ext>
            </a:extLst>
          </p:cNvPr>
          <p:cNvPicPr preferRelativeResize="0">
            <a:picLocks noGrp="1"/>
          </p:cNvPicPr>
          <p:nvPr>
            <p:ph type="pic" idx="3"/>
          </p:nvPr>
        </p:nvPicPr>
        <p:blipFill rotWithShape="1">
          <a:blip r:embed="rId3">
            <a:alphaModFix/>
          </a:blip>
          <a:srcRect l="1858" r="1858"/>
          <a:stretch/>
        </p:blipFill>
        <p:spPr>
          <a:xfrm>
            <a:off x="228600" y="1006750"/>
            <a:ext cx="2574001" cy="3908101"/>
          </a:xfrm>
          <a:prstGeom prst="rect">
            <a:avLst/>
          </a:prstGeom>
        </p:spPr>
      </p:pic>
      <p:sp>
        <p:nvSpPr>
          <p:cNvPr id="346" name="Google Shape;346;p32">
            <a:extLst>
              <a:ext uri="{FF2B5EF4-FFF2-40B4-BE49-F238E27FC236}">
                <a16:creationId xmlns:a16="http://schemas.microsoft.com/office/drawing/2014/main" id="{CEDA7D60-5860-5A1F-61C2-FDE1E2DB58A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802601" y="2883000"/>
            <a:ext cx="6112799" cy="2031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lt-LT" dirty="0"/>
              <a:t>Automobilių užregistravimas</a:t>
            </a:r>
            <a:endParaRPr lang="en-GB" dirty="0"/>
          </a:p>
        </p:txBody>
      </p:sp>
      <p:sp>
        <p:nvSpPr>
          <p:cNvPr id="347" name="Google Shape;347;p32">
            <a:extLst>
              <a:ext uri="{FF2B5EF4-FFF2-40B4-BE49-F238E27FC236}">
                <a16:creationId xmlns:a16="http://schemas.microsoft.com/office/drawing/2014/main" id="{D7EDF169-F489-6EEC-B587-7C7771BEB575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7647000" y="1546188"/>
            <a:ext cx="1268400" cy="110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02</a:t>
            </a:r>
            <a:endParaRPr dirty="0"/>
          </a:p>
        </p:txBody>
      </p:sp>
      <p:cxnSp>
        <p:nvCxnSpPr>
          <p:cNvPr id="348" name="Google Shape;348;p32">
            <a:extLst>
              <a:ext uri="{FF2B5EF4-FFF2-40B4-BE49-F238E27FC236}">
                <a16:creationId xmlns:a16="http://schemas.microsoft.com/office/drawing/2014/main" id="{4DA34C11-02D8-7F51-A6F1-0448A5AFD492}"/>
              </a:ext>
            </a:extLst>
          </p:cNvPr>
          <p:cNvCxnSpPr/>
          <p:nvPr/>
        </p:nvCxnSpPr>
        <p:spPr>
          <a:xfrm>
            <a:off x="0" y="457200"/>
            <a:ext cx="91440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349" name="Google Shape;349;p32">
            <a:extLst>
              <a:ext uri="{FF2B5EF4-FFF2-40B4-BE49-F238E27FC236}">
                <a16:creationId xmlns:a16="http://schemas.microsoft.com/office/drawing/2014/main" id="{C78642AF-3B14-C2F5-8971-8B339646F77A}"/>
              </a:ext>
            </a:extLst>
          </p:cNvPr>
          <p:cNvGrpSpPr/>
          <p:nvPr/>
        </p:nvGrpSpPr>
        <p:grpSpPr>
          <a:xfrm>
            <a:off x="228598" y="281400"/>
            <a:ext cx="8686804" cy="123000"/>
            <a:chOff x="228598" y="281400"/>
            <a:chExt cx="8686804" cy="123000"/>
          </a:xfrm>
        </p:grpSpPr>
        <p:sp>
          <p:nvSpPr>
            <p:cNvPr id="350" name="Google Shape;350;p32">
              <a:extLst>
                <a:ext uri="{FF2B5EF4-FFF2-40B4-BE49-F238E27FC236}">
                  <a16:creationId xmlns:a16="http://schemas.microsoft.com/office/drawing/2014/main" id="{F0E5973F-46BE-D9E4-30BC-4DF28FAEF78D}"/>
                </a:ext>
              </a:extLst>
            </p:cNvPr>
            <p:cNvSpPr txBox="1"/>
            <p:nvPr/>
          </p:nvSpPr>
          <p:spPr>
            <a:xfrm>
              <a:off x="4071900" y="281400"/>
              <a:ext cx="1000200" cy="12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800" b="1" dirty="0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Liudvikas Kadys</a:t>
              </a:r>
              <a:endParaRPr sz="800" b="1" dirty="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351" name="Google Shape;351;p32">
              <a:extLst>
                <a:ext uri="{FF2B5EF4-FFF2-40B4-BE49-F238E27FC236}">
                  <a16:creationId xmlns:a16="http://schemas.microsoft.com/office/drawing/2014/main" id="{A3835DBE-414F-23CD-0F98-10E85E6F8F7A}"/>
                </a:ext>
              </a:extLst>
            </p:cNvPr>
            <p:cNvSpPr txBox="1"/>
            <p:nvPr/>
          </p:nvSpPr>
          <p:spPr>
            <a:xfrm>
              <a:off x="7445829" y="281400"/>
              <a:ext cx="1469573" cy="12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800" b="1" dirty="0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Kristijonas </a:t>
              </a:r>
              <a:r>
                <a:rPr lang="en-GB" sz="800" b="1" dirty="0" err="1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Bukavickas</a:t>
              </a:r>
              <a:endParaRPr sz="800" b="1" dirty="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352" name="Google Shape;352;p32">
              <a:extLst>
                <a:ext uri="{FF2B5EF4-FFF2-40B4-BE49-F238E27FC236}">
                  <a16:creationId xmlns:a16="http://schemas.microsoft.com/office/drawing/2014/main" id="{7357E72B-E1F1-DFA2-4602-46129622C64D}"/>
                </a:ext>
              </a:extLst>
            </p:cNvPr>
            <p:cNvSpPr txBox="1"/>
            <p:nvPr/>
          </p:nvSpPr>
          <p:spPr>
            <a:xfrm>
              <a:off x="228598" y="281400"/>
              <a:ext cx="1051800" cy="12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lvl="0"/>
              <a:r>
                <a:rPr lang="en-GB" sz="800" b="1" dirty="0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Nedas Miliūnas</a:t>
              </a:r>
            </a:p>
          </p:txBody>
        </p:sp>
      </p:grpSp>
      <p:sp>
        <p:nvSpPr>
          <p:cNvPr id="353" name="Google Shape;353;p32">
            <a:extLst>
              <a:ext uri="{FF2B5EF4-FFF2-40B4-BE49-F238E27FC236}">
                <a16:creationId xmlns:a16="http://schemas.microsoft.com/office/drawing/2014/main" id="{5968B8C3-0A26-97FD-A353-CA6858D8F72D}"/>
              </a:ext>
            </a:extLst>
          </p:cNvPr>
          <p:cNvSpPr txBox="1"/>
          <p:nvPr/>
        </p:nvSpPr>
        <p:spPr>
          <a:xfrm rot="-5400000">
            <a:off x="1627650" y="2234500"/>
            <a:ext cx="25785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lvl="0" algn="r"/>
            <a:r>
              <a:rPr lang="en-GB" sz="800" b="1" dirty="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rPr>
              <a:t>&lt;</a:t>
            </a:r>
            <a:r>
              <a:rPr lang="en-GB" sz="800" b="1" dirty="0" err="1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rPr>
              <a:t>github.com</a:t>
            </a:r>
            <a:r>
              <a:rPr lang="en-GB" sz="800" b="1" dirty="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rPr>
              <a:t>/Rencikas/techas_2025&gt;</a:t>
            </a:r>
          </a:p>
        </p:txBody>
      </p:sp>
    </p:spTree>
    <p:extLst>
      <p:ext uri="{BB962C8B-B14F-4D97-AF65-F5344CB8AC3E}">
        <p14:creationId xmlns:p14="http://schemas.microsoft.com/office/powerpoint/2010/main" val="2929179915"/>
      </p:ext>
    </p:extLst>
  </p:cSld>
  <p:clrMapOvr>
    <a:masterClrMapping/>
  </p:clrMapOvr>
  <p:transition spd="slow">
    <p:push dir="r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7">
          <a:extLst>
            <a:ext uri="{FF2B5EF4-FFF2-40B4-BE49-F238E27FC236}">
              <a16:creationId xmlns:a16="http://schemas.microsoft.com/office/drawing/2014/main" id="{E0437EF4-2D37-EF28-7EB0-004EA4FB87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33">
            <a:extLst>
              <a:ext uri="{FF2B5EF4-FFF2-40B4-BE49-F238E27FC236}">
                <a16:creationId xmlns:a16="http://schemas.microsoft.com/office/drawing/2014/main" id="{126807A4-3B63-6356-F434-76F1FEBDF2E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8599" y="863250"/>
            <a:ext cx="8414657" cy="87713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/>
          <a:p>
            <a:r>
              <a:rPr lang="lt-LT" dirty="0"/>
              <a:t>Automobilių užregistravimas</a:t>
            </a:r>
            <a:endParaRPr lang="en-GB" dirty="0"/>
          </a:p>
        </p:txBody>
      </p:sp>
      <p:sp>
        <p:nvSpPr>
          <p:cNvPr id="359" name="Google Shape;359;p33">
            <a:extLst>
              <a:ext uri="{FF2B5EF4-FFF2-40B4-BE49-F238E27FC236}">
                <a16:creationId xmlns:a16="http://schemas.microsoft.com/office/drawing/2014/main" id="{FE41D4BA-E92C-13E9-6C71-2B92FB200636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500745" y="2666469"/>
            <a:ext cx="8414657" cy="201983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lnSpc>
                <a:spcPct val="150000"/>
              </a:lnSpc>
            </a:pPr>
            <a:r>
              <a:rPr lang="lt-LT" sz="1800" b="1" dirty="0"/>
              <a:t>Pasirinkus operaciją „1“, sistema leidžia pridėti naują automobilį:</a:t>
            </a:r>
          </a:p>
          <a:p>
            <a:pPr>
              <a:lnSpc>
                <a:spcPct val="150000"/>
              </a:lnSpc>
            </a:pPr>
            <a:endParaRPr lang="lt-LT" sz="1800" dirty="0"/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lt-LT" sz="1400" dirty="0"/>
              <a:t>Įvedami duomenys terminalo formoje: </a:t>
            </a:r>
            <a:r>
              <a:rPr lang="lt-LT" sz="1400" dirty="0" err="1"/>
              <a:t>valst</a:t>
            </a:r>
            <a:r>
              <a:rPr lang="lt-LT" sz="1400" dirty="0"/>
              <a:t>. numeriai, markė, spalva, kuro tipas, kategorija ir kt.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lt-LT" sz="1400" dirty="0"/>
              <a:t>Automobilis automatiškai įrašomas į dinamišką duomenų struktūrą.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lt-LT" sz="1400" dirty="0"/>
              <a:t>Ši funkcija padeda papildyti registrą naujais įrašais realiu laiku.</a:t>
            </a:r>
          </a:p>
          <a:p>
            <a:pPr marL="0" lvl="0" indent="0" algn="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dirty="0"/>
          </a:p>
        </p:txBody>
      </p:sp>
      <p:cxnSp>
        <p:nvCxnSpPr>
          <p:cNvPr id="360" name="Google Shape;360;p33">
            <a:extLst>
              <a:ext uri="{FF2B5EF4-FFF2-40B4-BE49-F238E27FC236}">
                <a16:creationId xmlns:a16="http://schemas.microsoft.com/office/drawing/2014/main" id="{1165E632-A2E8-A1B7-6495-BE909295764B}"/>
              </a:ext>
            </a:extLst>
          </p:cNvPr>
          <p:cNvCxnSpPr/>
          <p:nvPr/>
        </p:nvCxnSpPr>
        <p:spPr>
          <a:xfrm>
            <a:off x="0" y="457200"/>
            <a:ext cx="91440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361" name="Google Shape;361;p33">
            <a:extLst>
              <a:ext uri="{FF2B5EF4-FFF2-40B4-BE49-F238E27FC236}">
                <a16:creationId xmlns:a16="http://schemas.microsoft.com/office/drawing/2014/main" id="{DE43365B-0425-3FD8-5BE7-D70F1FF0DC23}"/>
              </a:ext>
            </a:extLst>
          </p:cNvPr>
          <p:cNvGrpSpPr/>
          <p:nvPr/>
        </p:nvGrpSpPr>
        <p:grpSpPr>
          <a:xfrm>
            <a:off x="228598" y="281400"/>
            <a:ext cx="8686804" cy="123000"/>
            <a:chOff x="228598" y="281400"/>
            <a:chExt cx="8686804" cy="123000"/>
          </a:xfrm>
        </p:grpSpPr>
        <p:sp>
          <p:nvSpPr>
            <p:cNvPr id="362" name="Google Shape;362;p33">
              <a:extLst>
                <a:ext uri="{FF2B5EF4-FFF2-40B4-BE49-F238E27FC236}">
                  <a16:creationId xmlns:a16="http://schemas.microsoft.com/office/drawing/2014/main" id="{97FAF890-8C32-3B3B-0F91-4E1FA969DE23}"/>
                </a:ext>
              </a:extLst>
            </p:cNvPr>
            <p:cNvSpPr txBox="1"/>
            <p:nvPr/>
          </p:nvSpPr>
          <p:spPr>
            <a:xfrm>
              <a:off x="4071900" y="281400"/>
              <a:ext cx="1000200" cy="12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800" b="1" dirty="0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Liudvikas Kadys</a:t>
              </a:r>
              <a:endParaRPr sz="800" b="1" dirty="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363" name="Google Shape;363;p33">
              <a:extLst>
                <a:ext uri="{FF2B5EF4-FFF2-40B4-BE49-F238E27FC236}">
                  <a16:creationId xmlns:a16="http://schemas.microsoft.com/office/drawing/2014/main" id="{F16E0F67-D12C-FBA4-3A73-B0C4AF054CE9}"/>
                </a:ext>
              </a:extLst>
            </p:cNvPr>
            <p:cNvSpPr txBox="1"/>
            <p:nvPr/>
          </p:nvSpPr>
          <p:spPr>
            <a:xfrm>
              <a:off x="7674429" y="281400"/>
              <a:ext cx="1240973" cy="12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800" b="1" dirty="0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Kristijonas </a:t>
              </a:r>
              <a:r>
                <a:rPr lang="en-GB" sz="800" b="1" dirty="0" err="1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Bukavickas</a:t>
              </a:r>
              <a:endParaRPr sz="800" b="1" dirty="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364" name="Google Shape;364;p33">
              <a:extLst>
                <a:ext uri="{FF2B5EF4-FFF2-40B4-BE49-F238E27FC236}">
                  <a16:creationId xmlns:a16="http://schemas.microsoft.com/office/drawing/2014/main" id="{9940A2B5-6220-DFD6-25B3-5ADE91945DBA}"/>
                </a:ext>
              </a:extLst>
            </p:cNvPr>
            <p:cNvSpPr txBox="1"/>
            <p:nvPr/>
          </p:nvSpPr>
          <p:spPr>
            <a:xfrm>
              <a:off x="228598" y="281400"/>
              <a:ext cx="1051800" cy="12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800" b="1" dirty="0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Nedas Miliūnas</a:t>
              </a:r>
              <a:endParaRPr sz="800" b="1" dirty="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93832166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4">
          <a:extLst>
            <a:ext uri="{FF2B5EF4-FFF2-40B4-BE49-F238E27FC236}">
              <a16:creationId xmlns:a16="http://schemas.microsoft.com/office/drawing/2014/main" id="{0C28A9CE-9682-4A5E-17FF-CC4D6C9403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5" name="Google Shape;345;p32" title="futuristic-cityscape-with-glowing-lines.jpg">
            <a:extLst>
              <a:ext uri="{FF2B5EF4-FFF2-40B4-BE49-F238E27FC236}">
                <a16:creationId xmlns:a16="http://schemas.microsoft.com/office/drawing/2014/main" id="{822CFD86-0C85-75FE-BC76-DDED03F92869}"/>
              </a:ext>
            </a:extLst>
          </p:cNvPr>
          <p:cNvPicPr preferRelativeResize="0">
            <a:picLocks noGrp="1"/>
          </p:cNvPicPr>
          <p:nvPr>
            <p:ph type="pic" idx="3"/>
          </p:nvPr>
        </p:nvPicPr>
        <p:blipFill rotWithShape="1">
          <a:blip r:embed="rId3">
            <a:alphaModFix/>
          </a:blip>
          <a:srcRect l="1858" r="1858"/>
          <a:stretch/>
        </p:blipFill>
        <p:spPr>
          <a:xfrm>
            <a:off x="228600" y="1006750"/>
            <a:ext cx="2574001" cy="3908101"/>
          </a:xfrm>
          <a:prstGeom prst="rect">
            <a:avLst/>
          </a:prstGeom>
        </p:spPr>
      </p:pic>
      <p:sp>
        <p:nvSpPr>
          <p:cNvPr id="346" name="Google Shape;346;p32">
            <a:extLst>
              <a:ext uri="{FF2B5EF4-FFF2-40B4-BE49-F238E27FC236}">
                <a16:creationId xmlns:a16="http://schemas.microsoft.com/office/drawing/2014/main" id="{31C2B9F0-9FEB-09B3-1CC6-B9C8773A32F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952200" y="2883000"/>
            <a:ext cx="4963200" cy="2031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lt-LT" dirty="0"/>
              <a:t>Duomenų bazė</a:t>
            </a:r>
          </a:p>
        </p:txBody>
      </p:sp>
      <p:sp>
        <p:nvSpPr>
          <p:cNvPr id="347" name="Google Shape;347;p32">
            <a:extLst>
              <a:ext uri="{FF2B5EF4-FFF2-40B4-BE49-F238E27FC236}">
                <a16:creationId xmlns:a16="http://schemas.microsoft.com/office/drawing/2014/main" id="{B90A70F8-7EA1-8C44-F495-8729EBBD3B61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7647000" y="1546188"/>
            <a:ext cx="1268400" cy="110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03</a:t>
            </a:r>
            <a:endParaRPr dirty="0"/>
          </a:p>
        </p:txBody>
      </p:sp>
      <p:cxnSp>
        <p:nvCxnSpPr>
          <p:cNvPr id="348" name="Google Shape;348;p32">
            <a:extLst>
              <a:ext uri="{FF2B5EF4-FFF2-40B4-BE49-F238E27FC236}">
                <a16:creationId xmlns:a16="http://schemas.microsoft.com/office/drawing/2014/main" id="{A1972DFC-BDB9-AD6B-8118-013D23340E7A}"/>
              </a:ext>
            </a:extLst>
          </p:cNvPr>
          <p:cNvCxnSpPr/>
          <p:nvPr/>
        </p:nvCxnSpPr>
        <p:spPr>
          <a:xfrm>
            <a:off x="0" y="457200"/>
            <a:ext cx="91440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349" name="Google Shape;349;p32">
            <a:extLst>
              <a:ext uri="{FF2B5EF4-FFF2-40B4-BE49-F238E27FC236}">
                <a16:creationId xmlns:a16="http://schemas.microsoft.com/office/drawing/2014/main" id="{3C43EB90-3151-E67F-8F5A-B92D9DE66FD6}"/>
              </a:ext>
            </a:extLst>
          </p:cNvPr>
          <p:cNvGrpSpPr/>
          <p:nvPr/>
        </p:nvGrpSpPr>
        <p:grpSpPr>
          <a:xfrm>
            <a:off x="228598" y="228588"/>
            <a:ext cx="8686804" cy="175812"/>
            <a:chOff x="228598" y="228588"/>
            <a:chExt cx="8686804" cy="175812"/>
          </a:xfrm>
        </p:grpSpPr>
        <p:sp>
          <p:nvSpPr>
            <p:cNvPr id="350" name="Google Shape;350;p32">
              <a:extLst>
                <a:ext uri="{FF2B5EF4-FFF2-40B4-BE49-F238E27FC236}">
                  <a16:creationId xmlns:a16="http://schemas.microsoft.com/office/drawing/2014/main" id="{4EFC4A9F-C486-CD7C-0112-16083C87EAFA}"/>
                </a:ext>
              </a:extLst>
            </p:cNvPr>
            <p:cNvSpPr txBox="1"/>
            <p:nvPr/>
          </p:nvSpPr>
          <p:spPr>
            <a:xfrm>
              <a:off x="4071900" y="281400"/>
              <a:ext cx="1000200" cy="12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800" b="1" dirty="0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Liudvikas Kadys</a:t>
              </a:r>
              <a:endParaRPr sz="800" b="1" dirty="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351" name="Google Shape;351;p32">
              <a:extLst>
                <a:ext uri="{FF2B5EF4-FFF2-40B4-BE49-F238E27FC236}">
                  <a16:creationId xmlns:a16="http://schemas.microsoft.com/office/drawing/2014/main" id="{2B6AD9FA-2215-5DA4-3C10-9C8619550656}"/>
                </a:ext>
              </a:extLst>
            </p:cNvPr>
            <p:cNvSpPr txBox="1"/>
            <p:nvPr/>
          </p:nvSpPr>
          <p:spPr>
            <a:xfrm>
              <a:off x="7647000" y="228588"/>
              <a:ext cx="1268402" cy="17581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800" b="1" dirty="0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Kristijonas </a:t>
              </a:r>
              <a:r>
                <a:rPr lang="en-GB" sz="800" b="1" dirty="0" err="1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Bukavickas</a:t>
              </a:r>
              <a:endParaRPr sz="800" b="1" dirty="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352" name="Google Shape;352;p32">
              <a:extLst>
                <a:ext uri="{FF2B5EF4-FFF2-40B4-BE49-F238E27FC236}">
                  <a16:creationId xmlns:a16="http://schemas.microsoft.com/office/drawing/2014/main" id="{6CFAF06D-1305-5917-0123-411C54E91CF2}"/>
                </a:ext>
              </a:extLst>
            </p:cNvPr>
            <p:cNvSpPr txBox="1"/>
            <p:nvPr/>
          </p:nvSpPr>
          <p:spPr>
            <a:xfrm>
              <a:off x="228598" y="281400"/>
              <a:ext cx="1051800" cy="12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lvl="0"/>
              <a:r>
                <a:rPr lang="en-GB" sz="800" b="1" dirty="0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Nedas Miliūnas</a:t>
              </a:r>
            </a:p>
          </p:txBody>
        </p:sp>
      </p:grpSp>
      <p:sp>
        <p:nvSpPr>
          <p:cNvPr id="353" name="Google Shape;353;p32">
            <a:extLst>
              <a:ext uri="{FF2B5EF4-FFF2-40B4-BE49-F238E27FC236}">
                <a16:creationId xmlns:a16="http://schemas.microsoft.com/office/drawing/2014/main" id="{15BE9FD7-6FBE-896A-7610-7C4396949A1C}"/>
              </a:ext>
            </a:extLst>
          </p:cNvPr>
          <p:cNvSpPr txBox="1"/>
          <p:nvPr/>
        </p:nvSpPr>
        <p:spPr>
          <a:xfrm rot="-5400000">
            <a:off x="1627650" y="2234500"/>
            <a:ext cx="25785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lvl="0" algn="r"/>
            <a:r>
              <a:rPr lang="en-GB" sz="800" b="1" dirty="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rPr>
              <a:t>&lt;</a:t>
            </a:r>
            <a:r>
              <a:rPr lang="en-GB" sz="800" b="1" dirty="0" err="1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rPr>
              <a:t>github.com</a:t>
            </a:r>
            <a:r>
              <a:rPr lang="en-GB" sz="800" b="1" dirty="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rPr>
              <a:t>/Rencikas/techas_2025&gt;</a:t>
            </a:r>
          </a:p>
        </p:txBody>
      </p:sp>
    </p:spTree>
    <p:extLst>
      <p:ext uri="{BB962C8B-B14F-4D97-AF65-F5344CB8AC3E}">
        <p14:creationId xmlns:p14="http://schemas.microsoft.com/office/powerpoint/2010/main" val="526602050"/>
      </p:ext>
    </p:extLst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7">
          <a:extLst>
            <a:ext uri="{FF2B5EF4-FFF2-40B4-BE49-F238E27FC236}">
              <a16:creationId xmlns:a16="http://schemas.microsoft.com/office/drawing/2014/main" id="{8934A0C6-C2F8-77DE-6D68-11C9CCB6A7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33">
            <a:extLst>
              <a:ext uri="{FF2B5EF4-FFF2-40B4-BE49-F238E27FC236}">
                <a16:creationId xmlns:a16="http://schemas.microsoft.com/office/drawing/2014/main" id="{00028D93-7D75-736B-0F8B-4DD2ACF7613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8600" y="863250"/>
            <a:ext cx="5562600" cy="87713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/>
          <a:p>
            <a:r>
              <a:rPr lang="lt-LT" dirty="0"/>
              <a:t>Duomenų bazė</a:t>
            </a:r>
          </a:p>
        </p:txBody>
      </p:sp>
      <p:sp>
        <p:nvSpPr>
          <p:cNvPr id="359" name="Google Shape;359;p33">
            <a:extLst>
              <a:ext uri="{FF2B5EF4-FFF2-40B4-BE49-F238E27FC236}">
                <a16:creationId xmlns:a16="http://schemas.microsoft.com/office/drawing/2014/main" id="{6CC1233D-8FDD-706E-579A-CA65EF85DD4D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457202" y="2754285"/>
            <a:ext cx="8458200" cy="193201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lt-LT" sz="1800" b="1" dirty="0"/>
              <a:t>Duomenų bazė kaupia visą informaciją apie registruotus automobilius: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lt-LT" sz="1800" dirty="0"/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lt-LT" sz="1400" dirty="0"/>
              <a:t>Visi duomenys saugomi tekstiniuose failuose (.</a:t>
            </a:r>
            <a:r>
              <a:rPr lang="lt-LT" sz="1400" dirty="0" err="1"/>
              <a:t>txt</a:t>
            </a:r>
            <a:r>
              <a:rPr lang="lt-LT" sz="1400" dirty="0"/>
              <a:t>).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lt-LT" sz="1400" dirty="0"/>
              <a:t>Pasirinkus operaciją „2“, terminale atvaizduojamas tvarkingas visų automobilių sąrašas.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lt-LT" sz="1400" dirty="0"/>
              <a:t>Informacija pateikiama aiškiai suformatuota, kad būtų lengva peržiūrėti.</a:t>
            </a:r>
          </a:p>
        </p:txBody>
      </p:sp>
      <p:cxnSp>
        <p:nvCxnSpPr>
          <p:cNvPr id="360" name="Google Shape;360;p33">
            <a:extLst>
              <a:ext uri="{FF2B5EF4-FFF2-40B4-BE49-F238E27FC236}">
                <a16:creationId xmlns:a16="http://schemas.microsoft.com/office/drawing/2014/main" id="{7B36A863-DAB0-D285-9877-69C882E1EEE3}"/>
              </a:ext>
            </a:extLst>
          </p:cNvPr>
          <p:cNvCxnSpPr/>
          <p:nvPr/>
        </p:nvCxnSpPr>
        <p:spPr>
          <a:xfrm>
            <a:off x="0" y="457200"/>
            <a:ext cx="91440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361" name="Google Shape;361;p33">
            <a:extLst>
              <a:ext uri="{FF2B5EF4-FFF2-40B4-BE49-F238E27FC236}">
                <a16:creationId xmlns:a16="http://schemas.microsoft.com/office/drawing/2014/main" id="{3AC173B8-CAB0-1853-A817-DEB546EAA824}"/>
              </a:ext>
            </a:extLst>
          </p:cNvPr>
          <p:cNvGrpSpPr/>
          <p:nvPr/>
        </p:nvGrpSpPr>
        <p:grpSpPr>
          <a:xfrm>
            <a:off x="228598" y="281400"/>
            <a:ext cx="8686804" cy="123000"/>
            <a:chOff x="228598" y="281400"/>
            <a:chExt cx="8686804" cy="123000"/>
          </a:xfrm>
        </p:grpSpPr>
        <p:sp>
          <p:nvSpPr>
            <p:cNvPr id="362" name="Google Shape;362;p33">
              <a:extLst>
                <a:ext uri="{FF2B5EF4-FFF2-40B4-BE49-F238E27FC236}">
                  <a16:creationId xmlns:a16="http://schemas.microsoft.com/office/drawing/2014/main" id="{D4FDAAF8-7B2D-8B10-D2B0-D8978C5166AE}"/>
                </a:ext>
              </a:extLst>
            </p:cNvPr>
            <p:cNvSpPr txBox="1"/>
            <p:nvPr/>
          </p:nvSpPr>
          <p:spPr>
            <a:xfrm>
              <a:off x="4071900" y="281400"/>
              <a:ext cx="1000200" cy="12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800" b="1" dirty="0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Liudvikas Kadys</a:t>
              </a:r>
              <a:endParaRPr sz="800" b="1" dirty="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363" name="Google Shape;363;p33">
              <a:extLst>
                <a:ext uri="{FF2B5EF4-FFF2-40B4-BE49-F238E27FC236}">
                  <a16:creationId xmlns:a16="http://schemas.microsoft.com/office/drawing/2014/main" id="{01FE9631-F02E-B6AF-4C68-87274624476E}"/>
                </a:ext>
              </a:extLst>
            </p:cNvPr>
            <p:cNvSpPr txBox="1"/>
            <p:nvPr/>
          </p:nvSpPr>
          <p:spPr>
            <a:xfrm>
              <a:off x="7532914" y="281400"/>
              <a:ext cx="1382488" cy="12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800" b="1" dirty="0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Kristijonas </a:t>
              </a:r>
              <a:r>
                <a:rPr lang="en-GB" sz="800" b="1" dirty="0" err="1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Bukavickas</a:t>
              </a:r>
              <a:endParaRPr sz="800" b="1" dirty="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364" name="Google Shape;364;p33">
              <a:extLst>
                <a:ext uri="{FF2B5EF4-FFF2-40B4-BE49-F238E27FC236}">
                  <a16:creationId xmlns:a16="http://schemas.microsoft.com/office/drawing/2014/main" id="{B3AB1A8C-DBE3-F67D-1EA2-B61A3C1AB6D9}"/>
                </a:ext>
              </a:extLst>
            </p:cNvPr>
            <p:cNvSpPr txBox="1"/>
            <p:nvPr/>
          </p:nvSpPr>
          <p:spPr>
            <a:xfrm>
              <a:off x="228598" y="281400"/>
              <a:ext cx="1051800" cy="12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800" b="1" dirty="0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Nedas Miliūnas</a:t>
              </a:r>
              <a:endParaRPr sz="800" b="1" dirty="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2452743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4">
          <a:extLst>
            <a:ext uri="{FF2B5EF4-FFF2-40B4-BE49-F238E27FC236}">
              <a16:creationId xmlns:a16="http://schemas.microsoft.com/office/drawing/2014/main" id="{1B689C86-A72E-0C4F-BC92-90E12CEF17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5" name="Google Shape;345;p32" title="futuristic-cityscape-with-glowing-lines.jpg">
            <a:extLst>
              <a:ext uri="{FF2B5EF4-FFF2-40B4-BE49-F238E27FC236}">
                <a16:creationId xmlns:a16="http://schemas.microsoft.com/office/drawing/2014/main" id="{4DC8F380-B063-0D5E-811D-4DC563E4D10B}"/>
              </a:ext>
            </a:extLst>
          </p:cNvPr>
          <p:cNvPicPr preferRelativeResize="0">
            <a:picLocks noGrp="1"/>
          </p:cNvPicPr>
          <p:nvPr>
            <p:ph type="pic" idx="3"/>
          </p:nvPr>
        </p:nvPicPr>
        <p:blipFill rotWithShape="1">
          <a:blip r:embed="rId3">
            <a:alphaModFix/>
          </a:blip>
          <a:srcRect l="1858" r="1858"/>
          <a:stretch/>
        </p:blipFill>
        <p:spPr>
          <a:xfrm>
            <a:off x="228600" y="1006750"/>
            <a:ext cx="2574001" cy="3908101"/>
          </a:xfrm>
          <a:prstGeom prst="rect">
            <a:avLst/>
          </a:prstGeom>
        </p:spPr>
      </p:pic>
      <p:sp>
        <p:nvSpPr>
          <p:cNvPr id="346" name="Google Shape;346;p32">
            <a:extLst>
              <a:ext uri="{FF2B5EF4-FFF2-40B4-BE49-F238E27FC236}">
                <a16:creationId xmlns:a16="http://schemas.microsoft.com/office/drawing/2014/main" id="{83035688-F386-3106-6BB7-486809CC848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592286" y="2883000"/>
            <a:ext cx="5323114" cy="2031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buSzPts val="1100"/>
            </a:pPr>
            <a:r>
              <a:rPr lang="en-GB" dirty="0" err="1"/>
              <a:t>Filtravimo</a:t>
            </a:r>
            <a:r>
              <a:rPr lang="en-GB" dirty="0"/>
              <a:t> Sistema</a:t>
            </a:r>
          </a:p>
        </p:txBody>
      </p:sp>
      <p:sp>
        <p:nvSpPr>
          <p:cNvPr id="347" name="Google Shape;347;p32">
            <a:extLst>
              <a:ext uri="{FF2B5EF4-FFF2-40B4-BE49-F238E27FC236}">
                <a16:creationId xmlns:a16="http://schemas.microsoft.com/office/drawing/2014/main" id="{A5F41EB1-9CE0-FC6A-C6FF-9E5224A9D6EC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7647000" y="1546188"/>
            <a:ext cx="1268400" cy="110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04</a:t>
            </a:r>
            <a:endParaRPr dirty="0"/>
          </a:p>
        </p:txBody>
      </p:sp>
      <p:cxnSp>
        <p:nvCxnSpPr>
          <p:cNvPr id="348" name="Google Shape;348;p32">
            <a:extLst>
              <a:ext uri="{FF2B5EF4-FFF2-40B4-BE49-F238E27FC236}">
                <a16:creationId xmlns:a16="http://schemas.microsoft.com/office/drawing/2014/main" id="{B343AB7E-BDDD-45B0-9DCA-3E6C225618E1}"/>
              </a:ext>
            </a:extLst>
          </p:cNvPr>
          <p:cNvCxnSpPr/>
          <p:nvPr/>
        </p:nvCxnSpPr>
        <p:spPr>
          <a:xfrm>
            <a:off x="0" y="457200"/>
            <a:ext cx="91440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349" name="Google Shape;349;p32">
            <a:extLst>
              <a:ext uri="{FF2B5EF4-FFF2-40B4-BE49-F238E27FC236}">
                <a16:creationId xmlns:a16="http://schemas.microsoft.com/office/drawing/2014/main" id="{1B2E9DA5-880E-221A-595E-483B863075F8}"/>
              </a:ext>
            </a:extLst>
          </p:cNvPr>
          <p:cNvGrpSpPr/>
          <p:nvPr/>
        </p:nvGrpSpPr>
        <p:grpSpPr>
          <a:xfrm>
            <a:off x="228598" y="281400"/>
            <a:ext cx="8686804" cy="123000"/>
            <a:chOff x="228598" y="281400"/>
            <a:chExt cx="8686804" cy="123000"/>
          </a:xfrm>
        </p:grpSpPr>
        <p:sp>
          <p:nvSpPr>
            <p:cNvPr id="350" name="Google Shape;350;p32">
              <a:extLst>
                <a:ext uri="{FF2B5EF4-FFF2-40B4-BE49-F238E27FC236}">
                  <a16:creationId xmlns:a16="http://schemas.microsoft.com/office/drawing/2014/main" id="{D9A0A2DD-CB0C-6248-639B-1168C3E2D386}"/>
                </a:ext>
              </a:extLst>
            </p:cNvPr>
            <p:cNvSpPr txBox="1"/>
            <p:nvPr/>
          </p:nvSpPr>
          <p:spPr>
            <a:xfrm>
              <a:off x="4071900" y="281400"/>
              <a:ext cx="1000200" cy="12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800" b="1" dirty="0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Liudvikas Kadys</a:t>
              </a:r>
              <a:endParaRPr sz="800" b="1" dirty="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351" name="Google Shape;351;p32">
              <a:extLst>
                <a:ext uri="{FF2B5EF4-FFF2-40B4-BE49-F238E27FC236}">
                  <a16:creationId xmlns:a16="http://schemas.microsoft.com/office/drawing/2014/main" id="{2BDB2A4A-6417-378F-F39F-C848FE113985}"/>
                </a:ext>
              </a:extLst>
            </p:cNvPr>
            <p:cNvSpPr txBox="1"/>
            <p:nvPr/>
          </p:nvSpPr>
          <p:spPr>
            <a:xfrm>
              <a:off x="7739743" y="281400"/>
              <a:ext cx="1175659" cy="12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800" b="1" dirty="0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Kristijonas </a:t>
              </a:r>
              <a:r>
                <a:rPr lang="en-GB" sz="800" b="1" dirty="0" err="1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Bukavickas</a:t>
              </a:r>
              <a:endParaRPr sz="800" b="1" dirty="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352" name="Google Shape;352;p32">
              <a:extLst>
                <a:ext uri="{FF2B5EF4-FFF2-40B4-BE49-F238E27FC236}">
                  <a16:creationId xmlns:a16="http://schemas.microsoft.com/office/drawing/2014/main" id="{55C412FF-3F48-771E-B819-407D3A69D9AF}"/>
                </a:ext>
              </a:extLst>
            </p:cNvPr>
            <p:cNvSpPr txBox="1"/>
            <p:nvPr/>
          </p:nvSpPr>
          <p:spPr>
            <a:xfrm>
              <a:off x="228598" y="281400"/>
              <a:ext cx="1051800" cy="12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800" b="1" dirty="0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Nedas Miliūnas</a:t>
              </a:r>
              <a:endParaRPr sz="800" b="1" dirty="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  <p:sp>
        <p:nvSpPr>
          <p:cNvPr id="353" name="Google Shape;353;p32">
            <a:extLst>
              <a:ext uri="{FF2B5EF4-FFF2-40B4-BE49-F238E27FC236}">
                <a16:creationId xmlns:a16="http://schemas.microsoft.com/office/drawing/2014/main" id="{DBDA0E76-6745-6FD9-C2E2-D7E4312C8E65}"/>
              </a:ext>
            </a:extLst>
          </p:cNvPr>
          <p:cNvSpPr txBox="1"/>
          <p:nvPr/>
        </p:nvSpPr>
        <p:spPr>
          <a:xfrm rot="-5400000">
            <a:off x="1627650" y="2234500"/>
            <a:ext cx="25785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lvl="0" algn="r"/>
            <a:r>
              <a:rPr lang="en-GB" sz="800" b="1" dirty="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rPr>
              <a:t>&lt;</a:t>
            </a:r>
            <a:r>
              <a:rPr lang="en-GB" sz="800" b="1" dirty="0" err="1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rPr>
              <a:t>github.com</a:t>
            </a:r>
            <a:r>
              <a:rPr lang="en-GB" sz="800" b="1" dirty="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rPr>
              <a:t>/Rencikas/techas_2025&gt;</a:t>
            </a:r>
          </a:p>
        </p:txBody>
      </p:sp>
    </p:spTree>
    <p:extLst>
      <p:ext uri="{BB962C8B-B14F-4D97-AF65-F5344CB8AC3E}">
        <p14:creationId xmlns:p14="http://schemas.microsoft.com/office/powerpoint/2010/main" val="3685303345"/>
      </p:ext>
    </p:extLst>
  </p:cSld>
  <p:clrMapOvr>
    <a:masterClrMapping/>
  </p:clrMapOvr>
  <p:transition spd="slow">
    <p:push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7">
          <a:extLst>
            <a:ext uri="{FF2B5EF4-FFF2-40B4-BE49-F238E27FC236}">
              <a16:creationId xmlns:a16="http://schemas.microsoft.com/office/drawing/2014/main" id="{6B4CC98D-7C22-D05D-19E2-A6547287E5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33">
            <a:extLst>
              <a:ext uri="{FF2B5EF4-FFF2-40B4-BE49-F238E27FC236}">
                <a16:creationId xmlns:a16="http://schemas.microsoft.com/office/drawing/2014/main" id="{E0D7FD19-75FD-E037-7A0D-EDA54028297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8600" y="863250"/>
            <a:ext cx="5562600" cy="87713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>
              <a:buSzPts val="1100"/>
            </a:pPr>
            <a:r>
              <a:rPr lang="en-GB" dirty="0" err="1"/>
              <a:t>Filtravimo</a:t>
            </a:r>
            <a:r>
              <a:rPr lang="en-GB" dirty="0"/>
              <a:t> Sistema</a:t>
            </a:r>
          </a:p>
        </p:txBody>
      </p:sp>
      <p:sp>
        <p:nvSpPr>
          <p:cNvPr id="359" name="Google Shape;359;p33">
            <a:extLst>
              <a:ext uri="{FF2B5EF4-FFF2-40B4-BE49-F238E27FC236}">
                <a16:creationId xmlns:a16="http://schemas.microsoft.com/office/drawing/2014/main" id="{CDE55EE4-BB57-0208-5031-1491EACFB925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91884" y="1909116"/>
            <a:ext cx="8523516" cy="277718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lnSpc>
                <a:spcPct val="150000"/>
              </a:lnSpc>
            </a:pPr>
            <a:r>
              <a:rPr lang="en-GB" sz="1800" b="1" dirty="0" err="1"/>
              <a:t>Pasirinkus</a:t>
            </a:r>
            <a:r>
              <a:rPr lang="en-GB" sz="1800" b="1" dirty="0"/>
              <a:t> </a:t>
            </a:r>
            <a:r>
              <a:rPr lang="en-GB" sz="1800" b="1" dirty="0" err="1"/>
              <a:t>operaciją</a:t>
            </a:r>
            <a:r>
              <a:rPr lang="en-GB" sz="1800" b="1" dirty="0"/>
              <a:t> „3“, </a:t>
            </a:r>
            <a:r>
              <a:rPr lang="en-GB" sz="1800" b="1" dirty="0" err="1"/>
              <a:t>galima</a:t>
            </a:r>
            <a:r>
              <a:rPr lang="en-GB" sz="1800" b="1" dirty="0"/>
              <a:t> </a:t>
            </a:r>
            <a:r>
              <a:rPr lang="en-GB" sz="1800" b="1" dirty="0" err="1"/>
              <a:t>išvesti</a:t>
            </a:r>
            <a:r>
              <a:rPr lang="en-GB" sz="1800" b="1" dirty="0"/>
              <a:t> tik </a:t>
            </a:r>
            <a:r>
              <a:rPr lang="en-GB" sz="1800" b="1" dirty="0" err="1"/>
              <a:t>atrinktus</a:t>
            </a:r>
            <a:r>
              <a:rPr lang="en-GB" sz="1800" b="1" dirty="0"/>
              <a:t> </a:t>
            </a:r>
            <a:r>
              <a:rPr lang="en-GB" sz="1800" b="1" dirty="0" err="1"/>
              <a:t>duomenis</a:t>
            </a:r>
            <a:endParaRPr lang="en-GB" sz="1800" b="1" dirty="0"/>
          </a:p>
          <a:p>
            <a:pPr>
              <a:lnSpc>
                <a:spcPct val="150000"/>
              </a:lnSpc>
            </a:pPr>
            <a:r>
              <a:rPr lang="en-GB" sz="1800" b="1" dirty="0" err="1"/>
              <a:t>pagal</a:t>
            </a:r>
            <a:r>
              <a:rPr lang="en-GB" sz="1800" b="1" dirty="0"/>
              <a:t> </a:t>
            </a:r>
            <a:r>
              <a:rPr lang="en-GB" sz="1800" b="1" dirty="0" err="1"/>
              <a:t>pasirinktus</a:t>
            </a:r>
            <a:r>
              <a:rPr lang="en-GB" sz="1800" b="1" dirty="0"/>
              <a:t> </a:t>
            </a:r>
            <a:r>
              <a:rPr lang="en-GB" sz="1800" b="1" dirty="0" err="1"/>
              <a:t>filtrus</a:t>
            </a:r>
            <a:r>
              <a:rPr lang="en-GB" sz="1800" b="1" dirty="0"/>
              <a:t>:</a:t>
            </a:r>
          </a:p>
          <a:p>
            <a:pPr>
              <a:lnSpc>
                <a:spcPct val="150000"/>
              </a:lnSpc>
            </a:pPr>
            <a:endParaRPr lang="en-GB" sz="1800" dirty="0"/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1400" dirty="0" err="1"/>
              <a:t>Automobiliai</a:t>
            </a:r>
            <a:r>
              <a:rPr lang="en-GB" sz="1400" dirty="0"/>
              <a:t> </a:t>
            </a:r>
            <a:r>
              <a:rPr lang="en-GB" sz="1400" dirty="0" err="1"/>
              <a:t>su</a:t>
            </a:r>
            <a:r>
              <a:rPr lang="en-GB" sz="1400" dirty="0"/>
              <a:t> </a:t>
            </a:r>
            <a:r>
              <a:rPr lang="en-GB" sz="1400" dirty="0" err="1"/>
              <a:t>pasibaigusia</a:t>
            </a:r>
            <a:r>
              <a:rPr lang="en-GB" sz="1400" dirty="0"/>
              <a:t> </a:t>
            </a:r>
            <a:r>
              <a:rPr lang="en-GB" sz="1400" dirty="0" err="1"/>
              <a:t>technine</a:t>
            </a:r>
            <a:r>
              <a:rPr lang="en-GB" sz="1400" dirty="0"/>
              <a:t> </a:t>
            </a:r>
            <a:r>
              <a:rPr lang="en-GB" sz="1400" dirty="0" err="1"/>
              <a:t>apžiūra</a:t>
            </a:r>
            <a:r>
              <a:rPr lang="en-GB" sz="1400" dirty="0"/>
              <a:t>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1400" dirty="0" err="1"/>
              <a:t>Automobiliai</a:t>
            </a:r>
            <a:r>
              <a:rPr lang="en-GB" sz="1400" dirty="0"/>
              <a:t> </a:t>
            </a:r>
            <a:r>
              <a:rPr lang="en-GB" sz="1400" dirty="0" err="1"/>
              <a:t>su</a:t>
            </a:r>
            <a:r>
              <a:rPr lang="en-GB" sz="1400" dirty="0"/>
              <a:t> </a:t>
            </a:r>
            <a:r>
              <a:rPr lang="en-GB" sz="1400" dirty="0" err="1"/>
              <a:t>galiojančia</a:t>
            </a:r>
            <a:r>
              <a:rPr lang="en-GB" sz="1400" dirty="0"/>
              <a:t> </a:t>
            </a:r>
            <a:r>
              <a:rPr lang="en-GB" sz="1400" dirty="0" err="1"/>
              <a:t>technine</a:t>
            </a:r>
            <a:r>
              <a:rPr lang="en-GB" sz="1400" dirty="0"/>
              <a:t> </a:t>
            </a:r>
            <a:r>
              <a:rPr lang="en-GB" sz="1400" dirty="0" err="1"/>
              <a:t>apžiūra</a:t>
            </a:r>
            <a:r>
              <a:rPr lang="en-GB" sz="1400" dirty="0"/>
              <a:t>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1400" dirty="0" err="1"/>
              <a:t>Papildomi</a:t>
            </a:r>
            <a:r>
              <a:rPr lang="en-GB" sz="1400" dirty="0"/>
              <a:t> </a:t>
            </a:r>
            <a:r>
              <a:rPr lang="en-GB" sz="1400" dirty="0" err="1"/>
              <a:t>filtrai</a:t>
            </a:r>
            <a:r>
              <a:rPr lang="en-GB" sz="1400" dirty="0"/>
              <a:t> </a:t>
            </a:r>
            <a:r>
              <a:rPr lang="en-GB" sz="1400" dirty="0" err="1"/>
              <a:t>pagal</a:t>
            </a:r>
            <a:r>
              <a:rPr lang="en-GB" sz="1400" dirty="0"/>
              <a:t> </a:t>
            </a:r>
            <a:r>
              <a:rPr lang="en-GB" sz="1400" dirty="0" err="1"/>
              <a:t>spalvą</a:t>
            </a:r>
            <a:r>
              <a:rPr lang="en-GB" sz="1400" dirty="0"/>
              <a:t>, </a:t>
            </a:r>
            <a:r>
              <a:rPr lang="en-GB" sz="1400" dirty="0" err="1"/>
              <a:t>kategoriją</a:t>
            </a:r>
            <a:r>
              <a:rPr lang="en-GB" sz="1400" dirty="0"/>
              <a:t> </a:t>
            </a:r>
            <a:r>
              <a:rPr lang="en-GB" sz="1400" dirty="0" err="1"/>
              <a:t>ar</a:t>
            </a:r>
            <a:r>
              <a:rPr lang="en-GB" sz="1400" dirty="0"/>
              <a:t> </a:t>
            </a:r>
            <a:r>
              <a:rPr lang="en-GB" sz="1400" dirty="0" err="1"/>
              <a:t>kitus</a:t>
            </a:r>
            <a:r>
              <a:rPr lang="en-GB" sz="1400" dirty="0"/>
              <a:t> </a:t>
            </a:r>
            <a:r>
              <a:rPr lang="en-GB" sz="1400" dirty="0" err="1"/>
              <a:t>kriterijus</a:t>
            </a:r>
            <a:r>
              <a:rPr lang="en-GB" sz="1400" dirty="0"/>
              <a:t>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1400" dirty="0"/>
              <a:t>Tai </a:t>
            </a:r>
            <a:r>
              <a:rPr lang="en-GB" sz="1400" dirty="0" err="1"/>
              <a:t>leidžia</a:t>
            </a:r>
            <a:r>
              <a:rPr lang="en-GB" sz="1400" dirty="0"/>
              <a:t> </a:t>
            </a:r>
            <a:r>
              <a:rPr lang="en-GB" sz="1400" dirty="0" err="1"/>
              <a:t>greitai</a:t>
            </a:r>
            <a:r>
              <a:rPr lang="en-GB" sz="1400" dirty="0"/>
              <a:t> </a:t>
            </a:r>
            <a:r>
              <a:rPr lang="en-GB" sz="1400" dirty="0" err="1"/>
              <a:t>surasti</a:t>
            </a:r>
            <a:r>
              <a:rPr lang="en-GB" sz="1400" dirty="0"/>
              <a:t> tik </a:t>
            </a:r>
            <a:r>
              <a:rPr lang="en-GB" sz="1400" dirty="0" err="1"/>
              <a:t>reikalingus</a:t>
            </a:r>
            <a:r>
              <a:rPr lang="en-GB" sz="1400" dirty="0"/>
              <a:t> </a:t>
            </a:r>
            <a:r>
              <a:rPr lang="en-GB" sz="1400" dirty="0" err="1"/>
              <a:t>įrašus</a:t>
            </a:r>
            <a:r>
              <a:rPr lang="en-GB" sz="1400" dirty="0"/>
              <a:t>.</a:t>
            </a:r>
          </a:p>
          <a:p>
            <a:pPr marL="0" lvl="0" indent="0" algn="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dirty="0"/>
          </a:p>
        </p:txBody>
      </p:sp>
      <p:cxnSp>
        <p:nvCxnSpPr>
          <p:cNvPr id="360" name="Google Shape;360;p33">
            <a:extLst>
              <a:ext uri="{FF2B5EF4-FFF2-40B4-BE49-F238E27FC236}">
                <a16:creationId xmlns:a16="http://schemas.microsoft.com/office/drawing/2014/main" id="{FEE8552E-90BE-9F52-C56C-89D6582E33B3}"/>
              </a:ext>
            </a:extLst>
          </p:cNvPr>
          <p:cNvCxnSpPr/>
          <p:nvPr/>
        </p:nvCxnSpPr>
        <p:spPr>
          <a:xfrm>
            <a:off x="0" y="457200"/>
            <a:ext cx="91440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361" name="Google Shape;361;p33">
            <a:extLst>
              <a:ext uri="{FF2B5EF4-FFF2-40B4-BE49-F238E27FC236}">
                <a16:creationId xmlns:a16="http://schemas.microsoft.com/office/drawing/2014/main" id="{47C15FE2-22A5-8F42-D3F4-7CDBA6BC0009}"/>
              </a:ext>
            </a:extLst>
          </p:cNvPr>
          <p:cNvGrpSpPr/>
          <p:nvPr/>
        </p:nvGrpSpPr>
        <p:grpSpPr>
          <a:xfrm>
            <a:off x="228598" y="281400"/>
            <a:ext cx="8686804" cy="123000"/>
            <a:chOff x="228598" y="281400"/>
            <a:chExt cx="8686804" cy="123000"/>
          </a:xfrm>
        </p:grpSpPr>
        <p:sp>
          <p:nvSpPr>
            <p:cNvPr id="362" name="Google Shape;362;p33">
              <a:extLst>
                <a:ext uri="{FF2B5EF4-FFF2-40B4-BE49-F238E27FC236}">
                  <a16:creationId xmlns:a16="http://schemas.microsoft.com/office/drawing/2014/main" id="{3B863CA2-69C4-F3AA-ABFE-1E4494BEF08F}"/>
                </a:ext>
              </a:extLst>
            </p:cNvPr>
            <p:cNvSpPr txBox="1"/>
            <p:nvPr/>
          </p:nvSpPr>
          <p:spPr>
            <a:xfrm>
              <a:off x="4071900" y="281400"/>
              <a:ext cx="1000200" cy="12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800" b="1" dirty="0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Liudvikas Kadys</a:t>
              </a:r>
              <a:endParaRPr sz="800" b="1" dirty="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363" name="Google Shape;363;p33">
              <a:extLst>
                <a:ext uri="{FF2B5EF4-FFF2-40B4-BE49-F238E27FC236}">
                  <a16:creationId xmlns:a16="http://schemas.microsoft.com/office/drawing/2014/main" id="{EB198DF1-EB65-6EA8-EAED-D8531AEC9EB6}"/>
                </a:ext>
              </a:extLst>
            </p:cNvPr>
            <p:cNvSpPr txBox="1"/>
            <p:nvPr/>
          </p:nvSpPr>
          <p:spPr>
            <a:xfrm>
              <a:off x="7565571" y="281400"/>
              <a:ext cx="1349831" cy="12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800" b="1" dirty="0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Kristijonas </a:t>
              </a:r>
              <a:r>
                <a:rPr lang="en-GB" sz="800" b="1" dirty="0" err="1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Bukavickas</a:t>
              </a:r>
              <a:endParaRPr sz="800" b="1" dirty="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364" name="Google Shape;364;p33">
              <a:extLst>
                <a:ext uri="{FF2B5EF4-FFF2-40B4-BE49-F238E27FC236}">
                  <a16:creationId xmlns:a16="http://schemas.microsoft.com/office/drawing/2014/main" id="{D241C773-D87F-96A7-832B-BB63AD02650B}"/>
                </a:ext>
              </a:extLst>
            </p:cNvPr>
            <p:cNvSpPr txBox="1"/>
            <p:nvPr/>
          </p:nvSpPr>
          <p:spPr>
            <a:xfrm>
              <a:off x="228598" y="281400"/>
              <a:ext cx="1051800" cy="12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800" b="1" dirty="0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Nedas Miliūnas</a:t>
              </a:r>
              <a:endParaRPr sz="800" b="1" dirty="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4692079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4">
          <a:extLst>
            <a:ext uri="{FF2B5EF4-FFF2-40B4-BE49-F238E27FC236}">
              <a16:creationId xmlns:a16="http://schemas.microsoft.com/office/drawing/2014/main" id="{C2454026-F3A2-83E5-5687-D6D7C36720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5" name="Google Shape;345;p32" title="futuristic-cityscape-with-glowing-lines.jpg">
            <a:extLst>
              <a:ext uri="{FF2B5EF4-FFF2-40B4-BE49-F238E27FC236}">
                <a16:creationId xmlns:a16="http://schemas.microsoft.com/office/drawing/2014/main" id="{2B3AA5BE-B611-3EF1-D9A4-18E93234F796}"/>
              </a:ext>
            </a:extLst>
          </p:cNvPr>
          <p:cNvPicPr preferRelativeResize="0">
            <a:picLocks noGrp="1"/>
          </p:cNvPicPr>
          <p:nvPr>
            <p:ph type="pic" idx="3"/>
          </p:nvPr>
        </p:nvPicPr>
        <p:blipFill rotWithShape="1">
          <a:blip r:embed="rId3">
            <a:alphaModFix/>
          </a:blip>
          <a:srcRect l="1858" r="1858"/>
          <a:stretch/>
        </p:blipFill>
        <p:spPr>
          <a:xfrm>
            <a:off x="228600" y="1006750"/>
            <a:ext cx="2574001" cy="3908101"/>
          </a:xfrm>
          <a:prstGeom prst="rect">
            <a:avLst/>
          </a:prstGeom>
        </p:spPr>
      </p:pic>
      <p:sp>
        <p:nvSpPr>
          <p:cNvPr id="346" name="Google Shape;346;p32">
            <a:extLst>
              <a:ext uri="{FF2B5EF4-FFF2-40B4-BE49-F238E27FC236}">
                <a16:creationId xmlns:a16="http://schemas.microsoft.com/office/drawing/2014/main" id="{71559AB5-8810-E415-212F-6289D49A893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802601" y="2883000"/>
            <a:ext cx="6112799" cy="2031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" dirty="0" err="1"/>
              <a:t>Valdymas</a:t>
            </a:r>
            <a:endParaRPr lang="en-GB" dirty="0"/>
          </a:p>
        </p:txBody>
      </p:sp>
      <p:sp>
        <p:nvSpPr>
          <p:cNvPr id="347" name="Google Shape;347;p32">
            <a:extLst>
              <a:ext uri="{FF2B5EF4-FFF2-40B4-BE49-F238E27FC236}">
                <a16:creationId xmlns:a16="http://schemas.microsoft.com/office/drawing/2014/main" id="{72C45EA5-6F16-A901-2A7D-0F5573BC7703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7647000" y="1546188"/>
            <a:ext cx="1268400" cy="110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05</a:t>
            </a:r>
            <a:endParaRPr dirty="0"/>
          </a:p>
        </p:txBody>
      </p:sp>
      <p:cxnSp>
        <p:nvCxnSpPr>
          <p:cNvPr id="348" name="Google Shape;348;p32">
            <a:extLst>
              <a:ext uri="{FF2B5EF4-FFF2-40B4-BE49-F238E27FC236}">
                <a16:creationId xmlns:a16="http://schemas.microsoft.com/office/drawing/2014/main" id="{FF940A68-E628-1F63-F08F-0D5C934057B1}"/>
              </a:ext>
            </a:extLst>
          </p:cNvPr>
          <p:cNvCxnSpPr/>
          <p:nvPr/>
        </p:nvCxnSpPr>
        <p:spPr>
          <a:xfrm>
            <a:off x="0" y="457200"/>
            <a:ext cx="91440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349" name="Google Shape;349;p32">
            <a:extLst>
              <a:ext uri="{FF2B5EF4-FFF2-40B4-BE49-F238E27FC236}">
                <a16:creationId xmlns:a16="http://schemas.microsoft.com/office/drawing/2014/main" id="{165B4E2B-B412-D570-3D88-D2F9E0B1FA7C}"/>
              </a:ext>
            </a:extLst>
          </p:cNvPr>
          <p:cNvGrpSpPr/>
          <p:nvPr/>
        </p:nvGrpSpPr>
        <p:grpSpPr>
          <a:xfrm>
            <a:off x="228598" y="281400"/>
            <a:ext cx="8686804" cy="123000"/>
            <a:chOff x="228598" y="281400"/>
            <a:chExt cx="8686804" cy="123000"/>
          </a:xfrm>
        </p:grpSpPr>
        <p:sp>
          <p:nvSpPr>
            <p:cNvPr id="350" name="Google Shape;350;p32">
              <a:extLst>
                <a:ext uri="{FF2B5EF4-FFF2-40B4-BE49-F238E27FC236}">
                  <a16:creationId xmlns:a16="http://schemas.microsoft.com/office/drawing/2014/main" id="{D0438110-AB60-182F-D645-23DD56889786}"/>
                </a:ext>
              </a:extLst>
            </p:cNvPr>
            <p:cNvSpPr txBox="1"/>
            <p:nvPr/>
          </p:nvSpPr>
          <p:spPr>
            <a:xfrm>
              <a:off x="4071900" y="281400"/>
              <a:ext cx="1000200" cy="12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800" b="1" dirty="0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Liudvikas Kadys</a:t>
              </a:r>
              <a:endParaRPr sz="800" b="1" dirty="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351" name="Google Shape;351;p32">
              <a:extLst>
                <a:ext uri="{FF2B5EF4-FFF2-40B4-BE49-F238E27FC236}">
                  <a16:creationId xmlns:a16="http://schemas.microsoft.com/office/drawing/2014/main" id="{C757B45C-0EB8-DDD8-4C7C-EC3439FC8F96}"/>
                </a:ext>
              </a:extLst>
            </p:cNvPr>
            <p:cNvSpPr txBox="1"/>
            <p:nvPr/>
          </p:nvSpPr>
          <p:spPr>
            <a:xfrm>
              <a:off x="7647000" y="281400"/>
              <a:ext cx="1268402" cy="12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800" b="1" dirty="0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Kristijonas </a:t>
              </a:r>
              <a:r>
                <a:rPr lang="en-GB" sz="800" b="1" dirty="0" err="1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Bukavickas</a:t>
              </a:r>
              <a:endParaRPr sz="800" b="1" dirty="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352" name="Google Shape;352;p32">
              <a:extLst>
                <a:ext uri="{FF2B5EF4-FFF2-40B4-BE49-F238E27FC236}">
                  <a16:creationId xmlns:a16="http://schemas.microsoft.com/office/drawing/2014/main" id="{C48FD029-6934-F7A1-41C1-73A052B32FDC}"/>
                </a:ext>
              </a:extLst>
            </p:cNvPr>
            <p:cNvSpPr txBox="1"/>
            <p:nvPr/>
          </p:nvSpPr>
          <p:spPr>
            <a:xfrm>
              <a:off x="228598" y="281400"/>
              <a:ext cx="1051800" cy="12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800" b="1" dirty="0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Nedas Miliūnas</a:t>
              </a:r>
              <a:endParaRPr sz="800" b="1" dirty="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  <p:sp>
        <p:nvSpPr>
          <p:cNvPr id="353" name="Google Shape;353;p32">
            <a:extLst>
              <a:ext uri="{FF2B5EF4-FFF2-40B4-BE49-F238E27FC236}">
                <a16:creationId xmlns:a16="http://schemas.microsoft.com/office/drawing/2014/main" id="{CFB2E071-652A-12BD-1999-ED483C379EA4}"/>
              </a:ext>
            </a:extLst>
          </p:cNvPr>
          <p:cNvSpPr txBox="1"/>
          <p:nvPr/>
        </p:nvSpPr>
        <p:spPr>
          <a:xfrm rot="-5400000">
            <a:off x="1627650" y="2234500"/>
            <a:ext cx="25785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lvl="0" algn="r"/>
            <a:r>
              <a:rPr lang="en-GB" sz="800" b="1" dirty="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rPr>
              <a:t>&lt;</a:t>
            </a:r>
            <a:r>
              <a:rPr lang="en-GB" sz="800" b="1" dirty="0" err="1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rPr>
              <a:t>github.com</a:t>
            </a:r>
            <a:r>
              <a:rPr lang="en-GB" sz="800" b="1" dirty="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rPr>
              <a:t>/Rencikas/techas_2025&gt;</a:t>
            </a:r>
          </a:p>
        </p:txBody>
      </p:sp>
    </p:spTree>
    <p:extLst>
      <p:ext uri="{BB962C8B-B14F-4D97-AF65-F5344CB8AC3E}">
        <p14:creationId xmlns:p14="http://schemas.microsoft.com/office/powerpoint/2010/main" val="1030084320"/>
      </p:ext>
    </p:extLst>
  </p:cSld>
  <p:clrMapOvr>
    <a:masterClrMapping/>
  </p:clrMapOvr>
  <p:transition spd="slow">
    <p:push dir="u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7">
          <a:extLst>
            <a:ext uri="{FF2B5EF4-FFF2-40B4-BE49-F238E27FC236}">
              <a16:creationId xmlns:a16="http://schemas.microsoft.com/office/drawing/2014/main" id="{B04BE41B-5A02-211B-DF88-F97CE1AFA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33">
            <a:extLst>
              <a:ext uri="{FF2B5EF4-FFF2-40B4-BE49-F238E27FC236}">
                <a16:creationId xmlns:a16="http://schemas.microsoft.com/office/drawing/2014/main" id="{C9FFAFFD-2239-AE00-2537-6A116212AB7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8600" y="863250"/>
            <a:ext cx="7326086" cy="87713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/>
          <a:p>
            <a:r>
              <a:rPr lang="en" dirty="0" err="1"/>
              <a:t>Valdymas</a:t>
            </a:r>
            <a:endParaRPr lang="en-GB" dirty="0"/>
          </a:p>
        </p:txBody>
      </p:sp>
      <p:sp>
        <p:nvSpPr>
          <p:cNvPr id="359" name="Google Shape;359;p33">
            <a:extLst>
              <a:ext uri="{FF2B5EF4-FFF2-40B4-BE49-F238E27FC236}">
                <a16:creationId xmlns:a16="http://schemas.microsoft.com/office/drawing/2014/main" id="{768FBE2E-DA58-9AF2-DC35-0C8E35CBF613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28598" y="2661750"/>
            <a:ext cx="8686802" cy="20245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lnSpc>
                <a:spcPct val="150000"/>
              </a:lnSpc>
            </a:pPr>
            <a:r>
              <a:rPr lang="lt-LT" sz="1800" b="1" dirty="0"/>
              <a:t>Pasirinkus operaciją „4“, vartotojas gali redaguoti jau registruotus automobilius:</a:t>
            </a:r>
          </a:p>
          <a:p>
            <a:pPr>
              <a:lnSpc>
                <a:spcPct val="150000"/>
              </a:lnSpc>
            </a:pPr>
            <a:endParaRPr lang="lt-LT" sz="1800" dirty="0"/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lt-LT" sz="1400" dirty="0"/>
              <a:t>Galima keisti valstybinius numerius, spalvą, markę ar kitus laukus.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lt-LT" sz="1400" dirty="0"/>
              <a:t>Redagavimai iš karto atnaujinami duomenų bazėje.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lt-LT" sz="1400" dirty="0"/>
              <a:t>Tai suteikia galimybę greitai pataisyti netikslumus arba atnaujinti informaciją.</a:t>
            </a:r>
          </a:p>
          <a:p>
            <a:pPr marL="0" lvl="0" indent="0" algn="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dirty="0"/>
          </a:p>
        </p:txBody>
      </p:sp>
      <p:cxnSp>
        <p:nvCxnSpPr>
          <p:cNvPr id="360" name="Google Shape;360;p33">
            <a:extLst>
              <a:ext uri="{FF2B5EF4-FFF2-40B4-BE49-F238E27FC236}">
                <a16:creationId xmlns:a16="http://schemas.microsoft.com/office/drawing/2014/main" id="{C42A5C98-85A2-7D2A-05D9-05D03A737D06}"/>
              </a:ext>
            </a:extLst>
          </p:cNvPr>
          <p:cNvCxnSpPr/>
          <p:nvPr/>
        </p:nvCxnSpPr>
        <p:spPr>
          <a:xfrm>
            <a:off x="0" y="457200"/>
            <a:ext cx="91440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361" name="Google Shape;361;p33">
            <a:extLst>
              <a:ext uri="{FF2B5EF4-FFF2-40B4-BE49-F238E27FC236}">
                <a16:creationId xmlns:a16="http://schemas.microsoft.com/office/drawing/2014/main" id="{540E8F9F-977A-3DA1-5748-773BDF26765F}"/>
              </a:ext>
            </a:extLst>
          </p:cNvPr>
          <p:cNvGrpSpPr/>
          <p:nvPr/>
        </p:nvGrpSpPr>
        <p:grpSpPr>
          <a:xfrm>
            <a:off x="228598" y="281400"/>
            <a:ext cx="8686804" cy="123000"/>
            <a:chOff x="228598" y="281400"/>
            <a:chExt cx="8686804" cy="123000"/>
          </a:xfrm>
        </p:grpSpPr>
        <p:sp>
          <p:nvSpPr>
            <p:cNvPr id="362" name="Google Shape;362;p33">
              <a:extLst>
                <a:ext uri="{FF2B5EF4-FFF2-40B4-BE49-F238E27FC236}">
                  <a16:creationId xmlns:a16="http://schemas.microsoft.com/office/drawing/2014/main" id="{62D0757B-41A5-3A51-7A7E-5E89482A77D6}"/>
                </a:ext>
              </a:extLst>
            </p:cNvPr>
            <p:cNvSpPr txBox="1"/>
            <p:nvPr/>
          </p:nvSpPr>
          <p:spPr>
            <a:xfrm>
              <a:off x="4071900" y="281400"/>
              <a:ext cx="1000200" cy="12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800" b="1" dirty="0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Liudvikas Kadys</a:t>
              </a:r>
              <a:endParaRPr sz="800" b="1" dirty="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363" name="Google Shape;363;p33">
              <a:extLst>
                <a:ext uri="{FF2B5EF4-FFF2-40B4-BE49-F238E27FC236}">
                  <a16:creationId xmlns:a16="http://schemas.microsoft.com/office/drawing/2014/main" id="{05936BE8-F48A-B0B7-BD65-B08992DB6191}"/>
                </a:ext>
              </a:extLst>
            </p:cNvPr>
            <p:cNvSpPr txBox="1"/>
            <p:nvPr/>
          </p:nvSpPr>
          <p:spPr>
            <a:xfrm>
              <a:off x="7707086" y="281400"/>
              <a:ext cx="1208316" cy="12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800" b="1" dirty="0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Kristijonas </a:t>
              </a:r>
              <a:r>
                <a:rPr lang="en-GB" sz="800" b="1" dirty="0" err="1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Bukavickas</a:t>
              </a:r>
              <a:endParaRPr sz="800" b="1" dirty="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364" name="Google Shape;364;p33">
              <a:extLst>
                <a:ext uri="{FF2B5EF4-FFF2-40B4-BE49-F238E27FC236}">
                  <a16:creationId xmlns:a16="http://schemas.microsoft.com/office/drawing/2014/main" id="{42A0FA8F-E063-4C72-2232-D83D809044A9}"/>
                </a:ext>
              </a:extLst>
            </p:cNvPr>
            <p:cNvSpPr txBox="1"/>
            <p:nvPr/>
          </p:nvSpPr>
          <p:spPr>
            <a:xfrm>
              <a:off x="228598" y="281400"/>
              <a:ext cx="1051800" cy="12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800" b="1" dirty="0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Nedas Miliūnas</a:t>
              </a:r>
              <a:endParaRPr sz="800" b="1" dirty="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8508466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4">
          <a:extLst>
            <a:ext uri="{FF2B5EF4-FFF2-40B4-BE49-F238E27FC236}">
              <a16:creationId xmlns:a16="http://schemas.microsoft.com/office/drawing/2014/main" id="{B37A45CE-27BB-F78C-A907-C33D0F59B0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5" name="Google Shape;345;p32" title="futuristic-cityscape-with-glowing-lines.jpg">
            <a:extLst>
              <a:ext uri="{FF2B5EF4-FFF2-40B4-BE49-F238E27FC236}">
                <a16:creationId xmlns:a16="http://schemas.microsoft.com/office/drawing/2014/main" id="{69471088-745D-BBA3-F003-21AEEDFD23C2}"/>
              </a:ext>
            </a:extLst>
          </p:cNvPr>
          <p:cNvPicPr preferRelativeResize="0">
            <a:picLocks noGrp="1"/>
          </p:cNvPicPr>
          <p:nvPr>
            <p:ph type="pic" idx="3"/>
          </p:nvPr>
        </p:nvPicPr>
        <p:blipFill rotWithShape="1">
          <a:blip r:embed="rId3">
            <a:alphaModFix/>
          </a:blip>
          <a:srcRect l="1858" r="1858"/>
          <a:stretch/>
        </p:blipFill>
        <p:spPr>
          <a:xfrm>
            <a:off x="228600" y="1006750"/>
            <a:ext cx="2574001" cy="3908101"/>
          </a:xfrm>
          <a:prstGeom prst="rect">
            <a:avLst/>
          </a:prstGeom>
        </p:spPr>
      </p:pic>
      <p:sp>
        <p:nvSpPr>
          <p:cNvPr id="346" name="Google Shape;346;p32">
            <a:extLst>
              <a:ext uri="{FF2B5EF4-FFF2-40B4-BE49-F238E27FC236}">
                <a16:creationId xmlns:a16="http://schemas.microsoft.com/office/drawing/2014/main" id="{8C7F79CF-DA2B-079E-173A-61B85DA35CA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0" y="2883000"/>
            <a:ext cx="4343400" cy="2031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buSzPts val="1100"/>
            </a:pPr>
            <a:r>
              <a:rPr lang="lt-LT" dirty="0" err="1"/>
              <a:t>Admin</a:t>
            </a:r>
            <a:r>
              <a:rPr lang="lt-LT" dirty="0"/>
              <a:t> panelė</a:t>
            </a:r>
            <a:endParaRPr lang="en-GB" dirty="0"/>
          </a:p>
        </p:txBody>
      </p:sp>
      <p:sp>
        <p:nvSpPr>
          <p:cNvPr id="347" name="Google Shape;347;p32">
            <a:extLst>
              <a:ext uri="{FF2B5EF4-FFF2-40B4-BE49-F238E27FC236}">
                <a16:creationId xmlns:a16="http://schemas.microsoft.com/office/drawing/2014/main" id="{92332C3F-9B04-38CA-E2B5-F5209CC2B037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7647000" y="1546188"/>
            <a:ext cx="1268400" cy="110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06</a:t>
            </a:r>
            <a:endParaRPr dirty="0"/>
          </a:p>
        </p:txBody>
      </p:sp>
      <p:cxnSp>
        <p:nvCxnSpPr>
          <p:cNvPr id="348" name="Google Shape;348;p32">
            <a:extLst>
              <a:ext uri="{FF2B5EF4-FFF2-40B4-BE49-F238E27FC236}">
                <a16:creationId xmlns:a16="http://schemas.microsoft.com/office/drawing/2014/main" id="{67776116-6C90-85C4-184B-4F258D0B2A62}"/>
              </a:ext>
            </a:extLst>
          </p:cNvPr>
          <p:cNvCxnSpPr/>
          <p:nvPr/>
        </p:nvCxnSpPr>
        <p:spPr>
          <a:xfrm>
            <a:off x="0" y="457200"/>
            <a:ext cx="91440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349" name="Google Shape;349;p32">
            <a:extLst>
              <a:ext uri="{FF2B5EF4-FFF2-40B4-BE49-F238E27FC236}">
                <a16:creationId xmlns:a16="http://schemas.microsoft.com/office/drawing/2014/main" id="{BC6A90BD-8839-D628-05EE-892D8657FDFC}"/>
              </a:ext>
            </a:extLst>
          </p:cNvPr>
          <p:cNvGrpSpPr/>
          <p:nvPr/>
        </p:nvGrpSpPr>
        <p:grpSpPr>
          <a:xfrm>
            <a:off x="228598" y="281400"/>
            <a:ext cx="8686804" cy="123000"/>
            <a:chOff x="228598" y="281400"/>
            <a:chExt cx="8686804" cy="123000"/>
          </a:xfrm>
        </p:grpSpPr>
        <p:sp>
          <p:nvSpPr>
            <p:cNvPr id="350" name="Google Shape;350;p32">
              <a:extLst>
                <a:ext uri="{FF2B5EF4-FFF2-40B4-BE49-F238E27FC236}">
                  <a16:creationId xmlns:a16="http://schemas.microsoft.com/office/drawing/2014/main" id="{04575D3B-B570-038B-0BE4-6CAC67AE0A09}"/>
                </a:ext>
              </a:extLst>
            </p:cNvPr>
            <p:cNvSpPr txBox="1"/>
            <p:nvPr/>
          </p:nvSpPr>
          <p:spPr>
            <a:xfrm>
              <a:off x="4071900" y="281400"/>
              <a:ext cx="1000200" cy="12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800" b="1" dirty="0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Liudvikas Kadys</a:t>
              </a:r>
              <a:endParaRPr sz="800" b="1" dirty="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351" name="Google Shape;351;p32">
              <a:extLst>
                <a:ext uri="{FF2B5EF4-FFF2-40B4-BE49-F238E27FC236}">
                  <a16:creationId xmlns:a16="http://schemas.microsoft.com/office/drawing/2014/main" id="{8A99E103-9269-75D7-8CC7-841DDC44C94C}"/>
                </a:ext>
              </a:extLst>
            </p:cNvPr>
            <p:cNvSpPr txBox="1"/>
            <p:nvPr/>
          </p:nvSpPr>
          <p:spPr>
            <a:xfrm>
              <a:off x="7282543" y="281400"/>
              <a:ext cx="1632859" cy="12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800" b="1" dirty="0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Kristijonas </a:t>
              </a:r>
              <a:r>
                <a:rPr lang="en-GB" sz="800" b="1" dirty="0" err="1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Bukavickas</a:t>
              </a:r>
              <a:endParaRPr sz="800" b="1" dirty="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352" name="Google Shape;352;p32">
              <a:extLst>
                <a:ext uri="{FF2B5EF4-FFF2-40B4-BE49-F238E27FC236}">
                  <a16:creationId xmlns:a16="http://schemas.microsoft.com/office/drawing/2014/main" id="{250F7ED4-7462-9235-EFCD-F47BE84046AC}"/>
                </a:ext>
              </a:extLst>
            </p:cNvPr>
            <p:cNvSpPr txBox="1"/>
            <p:nvPr/>
          </p:nvSpPr>
          <p:spPr>
            <a:xfrm>
              <a:off x="228598" y="281400"/>
              <a:ext cx="1051800" cy="12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800" b="1" dirty="0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Nedas Miliūnas</a:t>
              </a:r>
              <a:endParaRPr sz="800" b="1" dirty="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  <p:sp>
        <p:nvSpPr>
          <p:cNvPr id="353" name="Google Shape;353;p32">
            <a:extLst>
              <a:ext uri="{FF2B5EF4-FFF2-40B4-BE49-F238E27FC236}">
                <a16:creationId xmlns:a16="http://schemas.microsoft.com/office/drawing/2014/main" id="{D827E634-7AC8-CD07-0F61-D3C9EE96C287}"/>
              </a:ext>
            </a:extLst>
          </p:cNvPr>
          <p:cNvSpPr txBox="1"/>
          <p:nvPr/>
        </p:nvSpPr>
        <p:spPr>
          <a:xfrm rot="-5400000">
            <a:off x="1627650" y="2234500"/>
            <a:ext cx="25785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lvl="0" algn="r"/>
            <a:r>
              <a:rPr lang="en-GB" sz="800" b="1" dirty="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rPr>
              <a:t>&lt;</a:t>
            </a:r>
            <a:r>
              <a:rPr lang="en-GB" sz="800" b="1" dirty="0" err="1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rPr>
              <a:t>github.com</a:t>
            </a:r>
            <a:r>
              <a:rPr lang="en-GB" sz="800" b="1" dirty="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rPr>
              <a:t>/Rencikas/techas_2025&gt;</a:t>
            </a:r>
          </a:p>
        </p:txBody>
      </p:sp>
    </p:spTree>
    <p:extLst>
      <p:ext uri="{BB962C8B-B14F-4D97-AF65-F5344CB8AC3E}">
        <p14:creationId xmlns:p14="http://schemas.microsoft.com/office/powerpoint/2010/main" val="3268464186"/>
      </p:ext>
    </p:extLst>
  </p:cSld>
  <p:clrMapOvr>
    <a:masterClrMapping/>
  </p:clrMapOvr>
  <p:transition spd="slow">
    <p:push dir="r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7">
          <a:extLst>
            <a:ext uri="{FF2B5EF4-FFF2-40B4-BE49-F238E27FC236}">
              <a16:creationId xmlns:a16="http://schemas.microsoft.com/office/drawing/2014/main" id="{19E911DC-90A8-F089-1CF4-6697C36600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33">
            <a:extLst>
              <a:ext uri="{FF2B5EF4-FFF2-40B4-BE49-F238E27FC236}">
                <a16:creationId xmlns:a16="http://schemas.microsoft.com/office/drawing/2014/main" id="{EC271D3B-289A-4235-FF8D-06C854A0AA0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8599" y="863250"/>
            <a:ext cx="8022771" cy="87713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>
              <a:buSzPts val="1100"/>
            </a:pPr>
            <a:r>
              <a:rPr lang="lt-LT" dirty="0" err="1"/>
              <a:t>Admin</a:t>
            </a:r>
            <a:r>
              <a:rPr lang="lt-LT" dirty="0"/>
              <a:t> panelė</a:t>
            </a:r>
            <a:endParaRPr lang="en-GB" dirty="0"/>
          </a:p>
        </p:txBody>
      </p:sp>
      <p:sp>
        <p:nvSpPr>
          <p:cNvPr id="359" name="Google Shape;359;p33">
            <a:extLst>
              <a:ext uri="{FF2B5EF4-FFF2-40B4-BE49-F238E27FC236}">
                <a16:creationId xmlns:a16="http://schemas.microsoft.com/office/drawing/2014/main" id="{DD4D4218-35A2-02E9-DC7C-45FC8FE7F332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04802" y="2286201"/>
            <a:ext cx="8610600" cy="240009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lnSpc>
                <a:spcPct val="150000"/>
              </a:lnSpc>
            </a:pPr>
            <a:r>
              <a:rPr lang="lt-LT" sz="1800" b="1" dirty="0"/>
              <a:t>Administratoriaus paskyra (operacija „5“) suteikia prieigą </a:t>
            </a:r>
          </a:p>
          <a:p>
            <a:pPr>
              <a:lnSpc>
                <a:spcPct val="150000"/>
              </a:lnSpc>
            </a:pPr>
            <a:r>
              <a:rPr lang="lt-LT" sz="1800" b="1" dirty="0"/>
              <a:t>prie papildomų valdymo funkcijų:</a:t>
            </a:r>
          </a:p>
          <a:p>
            <a:pPr>
              <a:lnSpc>
                <a:spcPct val="150000"/>
              </a:lnSpc>
            </a:pPr>
            <a:endParaRPr lang="lt-LT" sz="1800" dirty="0"/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lt-LT" sz="1400" dirty="0"/>
              <a:t>Peržiūrėti visų sistemos darbuotojų (</a:t>
            </a:r>
            <a:r>
              <a:rPr lang="lt-LT" sz="1400" dirty="0" err="1"/>
              <a:t>User</a:t>
            </a:r>
            <a:r>
              <a:rPr lang="lt-LT" sz="1400" dirty="0"/>
              <a:t> paskyrų) informaciją.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lt-LT" sz="1400" dirty="0"/>
              <a:t>Registruoti naujas paskyras ar pašalinti esamas.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lt-LT" sz="1400" dirty="0"/>
              <a:t>Tai suteikia pilną kontrolę administratoriui ir užtikrina sistemos priežiūrą.</a:t>
            </a:r>
          </a:p>
          <a:p>
            <a:pPr marL="0" lvl="0" indent="0" algn="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dirty="0"/>
          </a:p>
        </p:txBody>
      </p:sp>
      <p:cxnSp>
        <p:nvCxnSpPr>
          <p:cNvPr id="360" name="Google Shape;360;p33">
            <a:extLst>
              <a:ext uri="{FF2B5EF4-FFF2-40B4-BE49-F238E27FC236}">
                <a16:creationId xmlns:a16="http://schemas.microsoft.com/office/drawing/2014/main" id="{61736E62-6DAF-C107-5205-EAC3E8D3CDAE}"/>
              </a:ext>
            </a:extLst>
          </p:cNvPr>
          <p:cNvCxnSpPr/>
          <p:nvPr/>
        </p:nvCxnSpPr>
        <p:spPr>
          <a:xfrm>
            <a:off x="0" y="457200"/>
            <a:ext cx="91440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361" name="Google Shape;361;p33">
            <a:extLst>
              <a:ext uri="{FF2B5EF4-FFF2-40B4-BE49-F238E27FC236}">
                <a16:creationId xmlns:a16="http://schemas.microsoft.com/office/drawing/2014/main" id="{8B2C8703-A838-461D-575D-C4A2D6CD1BB9}"/>
              </a:ext>
            </a:extLst>
          </p:cNvPr>
          <p:cNvGrpSpPr/>
          <p:nvPr/>
        </p:nvGrpSpPr>
        <p:grpSpPr>
          <a:xfrm>
            <a:off x="228598" y="281400"/>
            <a:ext cx="8686804" cy="123000"/>
            <a:chOff x="228598" y="281400"/>
            <a:chExt cx="8686804" cy="123000"/>
          </a:xfrm>
        </p:grpSpPr>
        <p:sp>
          <p:nvSpPr>
            <p:cNvPr id="362" name="Google Shape;362;p33">
              <a:extLst>
                <a:ext uri="{FF2B5EF4-FFF2-40B4-BE49-F238E27FC236}">
                  <a16:creationId xmlns:a16="http://schemas.microsoft.com/office/drawing/2014/main" id="{008E5B29-22B0-812E-703C-9B9D8BE9193A}"/>
                </a:ext>
              </a:extLst>
            </p:cNvPr>
            <p:cNvSpPr txBox="1"/>
            <p:nvPr/>
          </p:nvSpPr>
          <p:spPr>
            <a:xfrm>
              <a:off x="4071900" y="281400"/>
              <a:ext cx="1000200" cy="12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800" b="1" dirty="0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Liudvikas Kadys</a:t>
              </a:r>
              <a:endParaRPr sz="800" b="1" dirty="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363" name="Google Shape;363;p33">
              <a:extLst>
                <a:ext uri="{FF2B5EF4-FFF2-40B4-BE49-F238E27FC236}">
                  <a16:creationId xmlns:a16="http://schemas.microsoft.com/office/drawing/2014/main" id="{04D41C9D-391B-ECA2-92FC-A03F6C0BE322}"/>
                </a:ext>
              </a:extLst>
            </p:cNvPr>
            <p:cNvSpPr txBox="1"/>
            <p:nvPr/>
          </p:nvSpPr>
          <p:spPr>
            <a:xfrm>
              <a:off x="7434943" y="281400"/>
              <a:ext cx="1480459" cy="12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800" b="1" dirty="0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Kristijonas </a:t>
              </a:r>
              <a:r>
                <a:rPr lang="en-GB" sz="800" b="1" dirty="0" err="1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Bukavickas</a:t>
              </a:r>
              <a:endParaRPr sz="800" b="1" dirty="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364" name="Google Shape;364;p33">
              <a:extLst>
                <a:ext uri="{FF2B5EF4-FFF2-40B4-BE49-F238E27FC236}">
                  <a16:creationId xmlns:a16="http://schemas.microsoft.com/office/drawing/2014/main" id="{49437163-4414-1AE0-603C-BE81D79CCE4D}"/>
                </a:ext>
              </a:extLst>
            </p:cNvPr>
            <p:cNvSpPr txBox="1"/>
            <p:nvPr/>
          </p:nvSpPr>
          <p:spPr>
            <a:xfrm>
              <a:off x="228598" y="281400"/>
              <a:ext cx="1051800" cy="12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800" b="1" dirty="0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Nedas Miliūnas</a:t>
              </a:r>
              <a:endParaRPr sz="800" b="1" dirty="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4824937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68" name="Google Shape;468;p41"/>
          <p:cNvCxnSpPr/>
          <p:nvPr/>
        </p:nvCxnSpPr>
        <p:spPr>
          <a:xfrm>
            <a:off x="0" y="457200"/>
            <a:ext cx="91440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469" name="Google Shape;469;p41"/>
          <p:cNvGrpSpPr/>
          <p:nvPr/>
        </p:nvGrpSpPr>
        <p:grpSpPr>
          <a:xfrm>
            <a:off x="228598" y="281400"/>
            <a:ext cx="8686804" cy="123000"/>
            <a:chOff x="228598" y="281400"/>
            <a:chExt cx="8686804" cy="123000"/>
          </a:xfrm>
        </p:grpSpPr>
        <p:sp>
          <p:nvSpPr>
            <p:cNvPr id="470" name="Google Shape;470;p41"/>
            <p:cNvSpPr txBox="1"/>
            <p:nvPr/>
          </p:nvSpPr>
          <p:spPr>
            <a:xfrm>
              <a:off x="4071900" y="281400"/>
              <a:ext cx="1000200" cy="12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800" b="1" dirty="0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Liudvikas Kadys</a:t>
              </a:r>
              <a:endParaRPr sz="800" b="1" dirty="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471" name="Google Shape;471;p41"/>
            <p:cNvSpPr txBox="1"/>
            <p:nvPr/>
          </p:nvSpPr>
          <p:spPr>
            <a:xfrm>
              <a:off x="7522029" y="281400"/>
              <a:ext cx="1393373" cy="12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800" b="1" dirty="0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Kristijonas </a:t>
              </a:r>
              <a:r>
                <a:rPr lang="en-GB" sz="800" b="1" dirty="0" err="1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Bukavickas</a:t>
              </a:r>
              <a:endParaRPr sz="800" b="1" dirty="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472" name="Google Shape;472;p41"/>
            <p:cNvSpPr txBox="1"/>
            <p:nvPr/>
          </p:nvSpPr>
          <p:spPr>
            <a:xfrm>
              <a:off x="228598" y="281400"/>
              <a:ext cx="1051800" cy="12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800" b="1" dirty="0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Nedas Miliūnas</a:t>
              </a:r>
              <a:endParaRPr sz="800" b="1" dirty="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  <p:sp>
        <p:nvSpPr>
          <p:cNvPr id="473" name="Google Shape;473;p41"/>
          <p:cNvSpPr txBox="1">
            <a:spLocks noGrp="1"/>
          </p:cNvSpPr>
          <p:nvPr>
            <p:ph type="title"/>
          </p:nvPr>
        </p:nvSpPr>
        <p:spPr>
          <a:xfrm>
            <a:off x="228598" y="753428"/>
            <a:ext cx="4843502" cy="4108663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0" dirty="0"/>
              <a:t>Nedas</a:t>
            </a:r>
            <a:br>
              <a:rPr lang="en" sz="6000" dirty="0"/>
            </a:br>
            <a:r>
              <a:rPr lang="en" sz="6000" dirty="0"/>
              <a:t>Kristijonas</a:t>
            </a:r>
            <a:br>
              <a:rPr lang="en" sz="6000" dirty="0"/>
            </a:br>
            <a:r>
              <a:rPr lang="en" sz="6000" dirty="0"/>
              <a:t>Liudvikas</a:t>
            </a:r>
            <a:endParaRPr sz="6000" dirty="0"/>
          </a:p>
        </p:txBody>
      </p:sp>
      <p:sp>
        <p:nvSpPr>
          <p:cNvPr id="475" name="Google Shape;475;p41"/>
          <p:cNvSpPr txBox="1"/>
          <p:nvPr/>
        </p:nvSpPr>
        <p:spPr>
          <a:xfrm>
            <a:off x="6113975" y="4761000"/>
            <a:ext cx="26583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lvl="0" algn="r"/>
            <a:r>
              <a:rPr lang="en-GB" sz="1000" b="1" dirty="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rPr>
              <a:t>&lt;</a:t>
            </a:r>
            <a:r>
              <a:rPr lang="en-GB" sz="1000" b="1" dirty="0" err="1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rPr>
              <a:t>github.com</a:t>
            </a:r>
            <a:r>
              <a:rPr lang="en-GB" sz="1000" b="1" dirty="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rPr>
              <a:t>/Rencikas/techas_2025&gt;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F7A01D2-033C-1AD1-F5B6-C5F753AC72A7}"/>
              </a:ext>
            </a:extLst>
          </p:cNvPr>
          <p:cNvSpPr/>
          <p:nvPr/>
        </p:nvSpPr>
        <p:spPr>
          <a:xfrm>
            <a:off x="4726454" y="3688500"/>
            <a:ext cx="4188947" cy="914400"/>
          </a:xfrm>
          <a:prstGeom prst="rect">
            <a:avLst/>
          </a:prstGeom>
          <a:solidFill>
            <a:srgbClr val="090E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LT"/>
          </a:p>
        </p:txBody>
      </p:sp>
      <p:pic>
        <p:nvPicPr>
          <p:cNvPr id="9" name="Picture 8" descr="A close-up of a keyboard&#10;&#10;AI-generated content may be incorrect.">
            <a:extLst>
              <a:ext uri="{FF2B5EF4-FFF2-40B4-BE49-F238E27FC236}">
                <a16:creationId xmlns:a16="http://schemas.microsoft.com/office/drawing/2014/main" id="{7DBF1570-26DD-69FC-0138-AD793E75BE8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4726454" y="859999"/>
            <a:ext cx="4188947" cy="333370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3900">
        <p14:glitter pattern="hexagon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Mastering Code by Slidesgo">
  <a:themeElements>
    <a:clrScheme name="Simple Light">
      <a:dk1>
        <a:srgbClr val="FFFFFF"/>
      </a:dk1>
      <a:lt1>
        <a:srgbClr val="0A0E14"/>
      </a:lt1>
      <a:dk2>
        <a:srgbClr val="FFFFFF"/>
      </a:dk2>
      <a:lt2>
        <a:srgbClr val="00E8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81</TotalTime>
  <Words>539</Words>
  <Application>Microsoft Macintosh PowerPoint</Application>
  <PresentationFormat>On-screen Show (16:9)</PresentationFormat>
  <Paragraphs>123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4" baseType="lpstr">
      <vt:lpstr>Roboto</vt:lpstr>
      <vt:lpstr>Space Grotesk Light</vt:lpstr>
      <vt:lpstr>IBM Plex Mono SemiBold</vt:lpstr>
      <vt:lpstr>Space Grotesk</vt:lpstr>
      <vt:lpstr>Arial</vt:lpstr>
      <vt:lpstr>Lato</vt:lpstr>
      <vt:lpstr>Darker Grotesque SemiBold</vt:lpstr>
      <vt:lpstr>IBM Plex Mono</vt:lpstr>
      <vt:lpstr>Mastering Code by Slidesgo</vt:lpstr>
      <vt:lpstr>Automobilių technikines apžiūros registras</vt:lpstr>
      <vt:lpstr>Trumpai </vt:lpstr>
      <vt:lpstr>Log-In Sistema</vt:lpstr>
      <vt:lpstr>Log-In Sistema</vt:lpstr>
      <vt:lpstr>Automobilių užregistravimas</vt:lpstr>
      <vt:lpstr>Automobilių užregistravimas</vt:lpstr>
      <vt:lpstr>Duomenų bazė</vt:lpstr>
      <vt:lpstr>Duomenų bazė</vt:lpstr>
      <vt:lpstr>Filtravimo Sistema</vt:lpstr>
      <vt:lpstr>Filtravimo Sistema</vt:lpstr>
      <vt:lpstr>Valdymas</vt:lpstr>
      <vt:lpstr>Valdymas</vt:lpstr>
      <vt:lpstr>Admin panelė</vt:lpstr>
      <vt:lpstr>Admin panelė</vt:lpstr>
      <vt:lpstr>Nedas Kristijonas Liudvikas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Nedas Miliūnas</cp:lastModifiedBy>
  <cp:revision>2</cp:revision>
  <dcterms:modified xsi:type="dcterms:W3CDTF">2025-11-20T09:00:14Z</dcterms:modified>
</cp:coreProperties>
</file>