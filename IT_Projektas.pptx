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8"/>
  </p:notesMasterIdLst>
  <p:sldIdLst>
    <p:sldId id="256" r:id="rId2"/>
    <p:sldId id="258" r:id="rId3"/>
    <p:sldId id="260" r:id="rId4"/>
    <p:sldId id="261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298" r:id="rId15"/>
    <p:sldId id="299" r:id="rId16"/>
    <p:sldId id="269" r:id="rId17"/>
  </p:sldIdLst>
  <p:sldSz cx="9144000" cy="5143500" type="screen16x9"/>
  <p:notesSz cx="6858000" cy="9144000"/>
  <p:embeddedFontLst>
    <p:embeddedFont>
      <p:font typeface="IBM Plex Mono" panose="020B0509050203000203" pitchFamily="49" charset="77"/>
      <p:regular r:id="rId19"/>
      <p:bold r:id="rId20"/>
      <p:italic r:id="rId21"/>
      <p:boldItalic r:id="rId22"/>
    </p:embeddedFont>
    <p:embeddedFont>
      <p:font typeface="IBM Plex Mono SemiBold" panose="020B0709050203000203" pitchFamily="49" charset="77"/>
      <p:regular r:id="rId23"/>
      <p:bold r:id="rId24"/>
      <p:italic r:id="rId25"/>
      <p:boldItalic r:id="rId26"/>
    </p:embeddedFont>
    <p:embeddedFont>
      <p:font typeface="Lato" panose="020F0502020204030203" pitchFamily="34" charset="0"/>
      <p:regular r:id="rId27"/>
      <p:bold r:id="rId28"/>
      <p:italic r:id="rId29"/>
      <p:boldItalic r:id="rId30"/>
    </p:embeddedFont>
    <p:embeddedFont>
      <p:font typeface="Roboto" panose="02000000000000000000" pitchFamily="2" charset="0"/>
      <p:regular r:id="rId31"/>
      <p:bold r:id="rId32"/>
      <p:italic r:id="rId33"/>
      <p:boldItalic r:id="rId34"/>
    </p:embeddedFont>
    <p:embeddedFont>
      <p:font typeface="Space Grotesk" pitchFamily="2" charset="77"/>
      <p:regular r:id="rId35"/>
      <p:bold r:id="rId36"/>
    </p:embeddedFont>
    <p:embeddedFont>
      <p:font typeface="Space Grotesk Light" pitchFamily="2" charset="77"/>
      <p:regular r:id="rId37"/>
      <p:bold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0E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65605A-AF5F-4204-A292-239CC51E3871}">
  <a:tblStyle styleId="{E665605A-AF5F-4204-A292-239CC51E38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70"/>
    <p:restoredTop sz="94660"/>
  </p:normalViewPr>
  <p:slideViewPr>
    <p:cSldViewPr snapToGrid="0">
      <p:cViewPr>
        <p:scale>
          <a:sx n="98" d="100"/>
          <a:sy n="98" d="100"/>
        </p:scale>
        <p:origin x="624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presProps" Target="presProps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LT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ed3401ed3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LT"/>
          </a:p>
        </p:txBody>
      </p:sp>
      <p:sp>
        <p:nvSpPr>
          <p:cNvPr id="249" name="Google Shape;249;ged3401ed3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e1d838b62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LT"/>
          </a:p>
        </p:txBody>
      </p:sp>
      <p:sp>
        <p:nvSpPr>
          <p:cNvPr id="304" name="Google Shape;304;ge1d838b62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e1d838b627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LT"/>
          </a:p>
        </p:txBody>
      </p:sp>
      <p:sp>
        <p:nvSpPr>
          <p:cNvPr id="343" name="Google Shape;343;ge1d838b627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3fb61485ab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LT"/>
          </a:p>
        </p:txBody>
      </p:sp>
      <p:sp>
        <p:nvSpPr>
          <p:cNvPr id="356" name="Google Shape;356;g33fb61485ab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>
          <a:extLst>
            <a:ext uri="{FF2B5EF4-FFF2-40B4-BE49-F238E27FC236}">
              <a16:creationId xmlns:a16="http://schemas.microsoft.com/office/drawing/2014/main" id="{DC04A353-8D74-A9D0-36D1-215C585CD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e1d838b627_4_0:notes">
            <a:extLst>
              <a:ext uri="{FF2B5EF4-FFF2-40B4-BE49-F238E27FC236}">
                <a16:creationId xmlns:a16="http://schemas.microsoft.com/office/drawing/2014/main" id="{31BEB2B3-4CB9-E16C-DC68-01D43833CC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LT"/>
          </a:p>
        </p:txBody>
      </p:sp>
      <p:sp>
        <p:nvSpPr>
          <p:cNvPr id="343" name="Google Shape;343;ge1d838b627_4_0:notes">
            <a:extLst>
              <a:ext uri="{FF2B5EF4-FFF2-40B4-BE49-F238E27FC236}">
                <a16:creationId xmlns:a16="http://schemas.microsoft.com/office/drawing/2014/main" id="{87798E29-BC63-B2A4-BE20-060FFBD739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58126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>
          <a:extLst>
            <a:ext uri="{FF2B5EF4-FFF2-40B4-BE49-F238E27FC236}">
              <a16:creationId xmlns:a16="http://schemas.microsoft.com/office/drawing/2014/main" id="{857DAFCF-6E16-23EB-5329-35CBBC42B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3fb61485ab_0_110:notes">
            <a:extLst>
              <a:ext uri="{FF2B5EF4-FFF2-40B4-BE49-F238E27FC236}">
                <a16:creationId xmlns:a16="http://schemas.microsoft.com/office/drawing/2014/main" id="{E95FA4B9-3DFB-43EE-3243-4EA0500B3F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LT"/>
          </a:p>
        </p:txBody>
      </p:sp>
      <p:sp>
        <p:nvSpPr>
          <p:cNvPr id="356" name="Google Shape;356;g33fb61485ab_0_110:notes">
            <a:extLst>
              <a:ext uri="{FF2B5EF4-FFF2-40B4-BE49-F238E27FC236}">
                <a16:creationId xmlns:a16="http://schemas.microsoft.com/office/drawing/2014/main" id="{5DE49AE3-3020-0056-C430-55F3320E5A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68863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>
          <a:extLst>
            <a:ext uri="{FF2B5EF4-FFF2-40B4-BE49-F238E27FC236}">
              <a16:creationId xmlns:a16="http://schemas.microsoft.com/office/drawing/2014/main" id="{A2DCDA4D-56EE-BFC4-07B1-E320A8430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e1d838b627_4_0:notes">
            <a:extLst>
              <a:ext uri="{FF2B5EF4-FFF2-40B4-BE49-F238E27FC236}">
                <a16:creationId xmlns:a16="http://schemas.microsoft.com/office/drawing/2014/main" id="{BD6BAAAD-9323-B501-F7A0-4DDE31927E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LT"/>
          </a:p>
        </p:txBody>
      </p:sp>
      <p:sp>
        <p:nvSpPr>
          <p:cNvPr id="343" name="Google Shape;343;ge1d838b627_4_0:notes">
            <a:extLst>
              <a:ext uri="{FF2B5EF4-FFF2-40B4-BE49-F238E27FC236}">
                <a16:creationId xmlns:a16="http://schemas.microsoft.com/office/drawing/2014/main" id="{CC7AF63A-B5DE-A650-666B-C101C030F4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33637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>
          <a:extLst>
            <a:ext uri="{FF2B5EF4-FFF2-40B4-BE49-F238E27FC236}">
              <a16:creationId xmlns:a16="http://schemas.microsoft.com/office/drawing/2014/main" id="{5641DE7C-37F8-6AB4-0C8F-7A87917D5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3fb61485ab_0_110:notes">
            <a:extLst>
              <a:ext uri="{FF2B5EF4-FFF2-40B4-BE49-F238E27FC236}">
                <a16:creationId xmlns:a16="http://schemas.microsoft.com/office/drawing/2014/main" id="{CD317D9F-C8DB-9FD8-6FE5-3165773B8B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LT"/>
          </a:p>
        </p:txBody>
      </p:sp>
      <p:sp>
        <p:nvSpPr>
          <p:cNvPr id="356" name="Google Shape;356;g33fb61485ab_0_110:notes">
            <a:extLst>
              <a:ext uri="{FF2B5EF4-FFF2-40B4-BE49-F238E27FC236}">
                <a16:creationId xmlns:a16="http://schemas.microsoft.com/office/drawing/2014/main" id="{E0F39350-B7F3-DA96-C4D3-8DBBAFD450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56480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>
          <a:extLst>
            <a:ext uri="{FF2B5EF4-FFF2-40B4-BE49-F238E27FC236}">
              <a16:creationId xmlns:a16="http://schemas.microsoft.com/office/drawing/2014/main" id="{62BA6BEE-14D5-7927-4B73-74673B446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e1d838b627_4_0:notes">
            <a:extLst>
              <a:ext uri="{FF2B5EF4-FFF2-40B4-BE49-F238E27FC236}">
                <a16:creationId xmlns:a16="http://schemas.microsoft.com/office/drawing/2014/main" id="{EF3E95F7-33B3-236B-439D-0901975B04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LT"/>
          </a:p>
        </p:txBody>
      </p:sp>
      <p:sp>
        <p:nvSpPr>
          <p:cNvPr id="343" name="Google Shape;343;ge1d838b627_4_0:notes">
            <a:extLst>
              <a:ext uri="{FF2B5EF4-FFF2-40B4-BE49-F238E27FC236}">
                <a16:creationId xmlns:a16="http://schemas.microsoft.com/office/drawing/2014/main" id="{C17D7B5B-FE80-C9D2-912A-55BA07208B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83179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>
          <a:extLst>
            <a:ext uri="{FF2B5EF4-FFF2-40B4-BE49-F238E27FC236}">
              <a16:creationId xmlns:a16="http://schemas.microsoft.com/office/drawing/2014/main" id="{79A064AA-C636-E59B-D8FF-D69B09D78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3fb61485ab_0_110:notes">
            <a:extLst>
              <a:ext uri="{FF2B5EF4-FFF2-40B4-BE49-F238E27FC236}">
                <a16:creationId xmlns:a16="http://schemas.microsoft.com/office/drawing/2014/main" id="{D0C5A0B7-8BB3-E88F-2271-4EF9231A42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LT"/>
          </a:p>
        </p:txBody>
      </p:sp>
      <p:sp>
        <p:nvSpPr>
          <p:cNvPr id="356" name="Google Shape;356;g33fb61485ab_0_110:notes">
            <a:extLst>
              <a:ext uri="{FF2B5EF4-FFF2-40B4-BE49-F238E27FC236}">
                <a16:creationId xmlns:a16="http://schemas.microsoft.com/office/drawing/2014/main" id="{9D78A9A1-5049-BCFF-273B-BB0FFE6A5B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68679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>
          <a:extLst>
            <a:ext uri="{FF2B5EF4-FFF2-40B4-BE49-F238E27FC236}">
              <a16:creationId xmlns:a16="http://schemas.microsoft.com/office/drawing/2014/main" id="{EC001A17-5133-DFD3-A6B7-1639C7E5F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e1d838b627_4_0:notes">
            <a:extLst>
              <a:ext uri="{FF2B5EF4-FFF2-40B4-BE49-F238E27FC236}">
                <a16:creationId xmlns:a16="http://schemas.microsoft.com/office/drawing/2014/main" id="{4BE21706-BB42-090A-F03F-F4187D1251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LT"/>
          </a:p>
        </p:txBody>
      </p:sp>
      <p:sp>
        <p:nvSpPr>
          <p:cNvPr id="343" name="Google Shape;343;ge1d838b627_4_0:notes">
            <a:extLst>
              <a:ext uri="{FF2B5EF4-FFF2-40B4-BE49-F238E27FC236}">
                <a16:creationId xmlns:a16="http://schemas.microsoft.com/office/drawing/2014/main" id="{91056B5F-A180-4F67-C358-78AFDD868D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45345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>
          <a:extLst>
            <a:ext uri="{FF2B5EF4-FFF2-40B4-BE49-F238E27FC236}">
              <a16:creationId xmlns:a16="http://schemas.microsoft.com/office/drawing/2014/main" id="{3AADB9BD-CEA4-D9BF-B095-308837D70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3fb61485ab_0_110:notes">
            <a:extLst>
              <a:ext uri="{FF2B5EF4-FFF2-40B4-BE49-F238E27FC236}">
                <a16:creationId xmlns:a16="http://schemas.microsoft.com/office/drawing/2014/main" id="{3A02E83D-DE02-2210-CFEF-5C14EE1A30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LT"/>
          </a:p>
        </p:txBody>
      </p:sp>
      <p:sp>
        <p:nvSpPr>
          <p:cNvPr id="356" name="Google Shape;356;g33fb61485ab_0_110:notes">
            <a:extLst>
              <a:ext uri="{FF2B5EF4-FFF2-40B4-BE49-F238E27FC236}">
                <a16:creationId xmlns:a16="http://schemas.microsoft.com/office/drawing/2014/main" id="{BC2C42F9-062E-B786-DF39-EF23597543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89298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>
          <a:extLst>
            <a:ext uri="{FF2B5EF4-FFF2-40B4-BE49-F238E27FC236}">
              <a16:creationId xmlns:a16="http://schemas.microsoft.com/office/drawing/2014/main" id="{6BE42368-1E95-0A03-E741-2DFB02417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e1d838b627_4_0:notes">
            <a:extLst>
              <a:ext uri="{FF2B5EF4-FFF2-40B4-BE49-F238E27FC236}">
                <a16:creationId xmlns:a16="http://schemas.microsoft.com/office/drawing/2014/main" id="{373C176A-C3E2-A2DA-218E-BFE29A2680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LT"/>
          </a:p>
        </p:txBody>
      </p:sp>
      <p:sp>
        <p:nvSpPr>
          <p:cNvPr id="343" name="Google Shape;343;ge1d838b627_4_0:notes">
            <a:extLst>
              <a:ext uri="{FF2B5EF4-FFF2-40B4-BE49-F238E27FC236}">
                <a16:creationId xmlns:a16="http://schemas.microsoft.com/office/drawing/2014/main" id="{9830D73F-2D05-56F1-729B-AD07F0134A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81548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>
          <a:extLst>
            <a:ext uri="{FF2B5EF4-FFF2-40B4-BE49-F238E27FC236}">
              <a16:creationId xmlns:a16="http://schemas.microsoft.com/office/drawing/2014/main" id="{8560F483-E5CB-7D0D-B286-C104477B1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3fb61485ab_0_110:notes">
            <a:extLst>
              <a:ext uri="{FF2B5EF4-FFF2-40B4-BE49-F238E27FC236}">
                <a16:creationId xmlns:a16="http://schemas.microsoft.com/office/drawing/2014/main" id="{DBCE6D78-ABFD-041C-24CA-81D7CE9277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LT"/>
          </a:p>
        </p:txBody>
      </p:sp>
      <p:sp>
        <p:nvSpPr>
          <p:cNvPr id="356" name="Google Shape;356;g33fb61485ab_0_110:notes">
            <a:extLst>
              <a:ext uri="{FF2B5EF4-FFF2-40B4-BE49-F238E27FC236}">
                <a16:creationId xmlns:a16="http://schemas.microsoft.com/office/drawing/2014/main" id="{CC27BC1E-6271-4CE0-9DFA-22C42E1662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865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35c9f142d8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LT"/>
          </a:p>
        </p:txBody>
      </p:sp>
      <p:sp>
        <p:nvSpPr>
          <p:cNvPr id="466" name="Google Shape;466;g135c9f142d8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10" name="Google Shape;10;p2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1" name="Google Shape;11;p2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228600" y="1854000"/>
            <a:ext cx="5257800" cy="240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228600" y="4483800"/>
            <a:ext cx="3789000" cy="431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2"/>
          <p:cNvSpPr>
            <a:spLocks noGrp="1"/>
          </p:cNvSpPr>
          <p:nvPr>
            <p:ph type="pic" idx="2"/>
          </p:nvPr>
        </p:nvSpPr>
        <p:spPr>
          <a:xfrm>
            <a:off x="6341100" y="1006750"/>
            <a:ext cx="2574000" cy="3908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L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3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20" name="Google Shape;20;p3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1" name="Google Shape;21;p3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22" name="Google Shape;22;p3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" name="Google Shape;23;p3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" name="Google Shape;24;p3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3952200" y="2883000"/>
            <a:ext cx="4963200" cy="203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7647000" y="1546188"/>
            <a:ext cx="1268400" cy="11082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7" name="Google Shape;27;p3"/>
          <p:cNvSpPr>
            <a:spLocks noGrp="1"/>
          </p:cNvSpPr>
          <p:nvPr>
            <p:ph type="pic" idx="3"/>
          </p:nvPr>
        </p:nvSpPr>
        <p:spPr>
          <a:xfrm>
            <a:off x="228600" y="1006750"/>
            <a:ext cx="2574000" cy="3908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L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30" name="Google Shape;30;p4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31" name="Google Shape;31;p4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32" name="Google Shape;32;p4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" name="Google Shape;33;p4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" name="Google Shape;34;p4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arker Grotesque SemiBold"/>
              <a:buChar char="●"/>
              <a:defRPr sz="12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7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60" name="Google Shape;60;p7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61" name="Google Shape;61;p7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62" name="Google Shape;62;p7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" name="Google Shape;63;p7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" name="Google Shape;64;p7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65" name="Google Shape;65;p7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3998400" cy="144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"/>
          <p:cNvSpPr txBox="1">
            <a:spLocks noGrp="1"/>
          </p:cNvSpPr>
          <p:nvPr>
            <p:ph type="body" idx="1"/>
          </p:nvPr>
        </p:nvSpPr>
        <p:spPr>
          <a:xfrm>
            <a:off x="1609625" y="2066125"/>
            <a:ext cx="3824100" cy="25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7"/>
          <p:cNvSpPr>
            <a:spLocks noGrp="1"/>
          </p:cNvSpPr>
          <p:nvPr>
            <p:ph type="pic" idx="2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L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8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70" name="Google Shape;70;p8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71" name="Google Shape;71;p8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72" name="Google Shape;72;p8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3" name="Google Shape;73;p8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4" name="Google Shape;74;p8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75" name="Google Shape;75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9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78" name="Google Shape;78;p9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79" name="Google Shape;79;p9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80" name="Google Shape;80;p9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" name="Google Shape;81;p9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" name="Google Shape;82;p9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83" name="Google Shape;83;p9"/>
          <p:cNvSpPr txBox="1">
            <a:spLocks noGrp="1"/>
          </p:cNvSpPr>
          <p:nvPr>
            <p:ph type="subTitle" idx="1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9"/>
          <p:cNvSpPr txBox="1">
            <a:spLocks noGrp="1"/>
          </p:cNvSpPr>
          <p:nvPr>
            <p:ph type="subTitle" idx="2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11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91" name="Google Shape;91;p11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92" name="Google Shape;92;p11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93" name="Google Shape;93;p11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4" name="Google Shape;94;p11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" name="Google Shape;95;p11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96" name="Google Shape;96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7" name="Google Shape;97;p11"/>
          <p:cNvSpPr txBox="1">
            <a:spLocks noGrp="1"/>
          </p:cNvSpPr>
          <p:nvPr>
            <p:ph type="subTitle" idx="1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and description">
  <p:cSld name="BLANK_1_1_1_1_2_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3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101" name="Google Shape;101;p13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02" name="Google Shape;102;p13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103" name="Google Shape;103;p13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" name="Google Shape;104;p13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5" name="Google Shape;105;p13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106" name="Google Shape;106;p13"/>
          <p:cNvSpPr txBox="1">
            <a:spLocks noGrp="1"/>
          </p:cNvSpPr>
          <p:nvPr>
            <p:ph type="title"/>
          </p:nvPr>
        </p:nvSpPr>
        <p:spPr>
          <a:xfrm>
            <a:off x="228600" y="4338900"/>
            <a:ext cx="8686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1"/>
          </p:nvPr>
        </p:nvSpPr>
        <p:spPr>
          <a:xfrm>
            <a:off x="6193193" y="443975"/>
            <a:ext cx="21966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000"/>
              <a:buFont typeface="Space Grotesk Light"/>
              <a:buNone/>
              <a:defRPr sz="1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2000"/>
              <a:buFont typeface="Space Grotesk Light"/>
              <a:buNone/>
              <a:defRPr sz="20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2000"/>
              <a:buFont typeface="Space Grotesk Light"/>
              <a:buNone/>
              <a:defRPr sz="20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2000"/>
              <a:buFont typeface="Space Grotesk Light"/>
              <a:buNone/>
              <a:defRPr sz="20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2000"/>
              <a:buFont typeface="Space Grotesk Light"/>
              <a:buNone/>
              <a:defRPr sz="20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2000"/>
              <a:buFont typeface="Space Grotesk Light"/>
              <a:buNone/>
              <a:defRPr sz="20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2000"/>
              <a:buFont typeface="Space Grotesk Light"/>
              <a:buNone/>
              <a:defRPr sz="20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2000"/>
              <a:buFont typeface="Space Grotesk Light"/>
              <a:buNone/>
              <a:defRPr sz="20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2000"/>
              <a:buFont typeface="Space Grotesk Light"/>
              <a:buNone/>
              <a:defRPr sz="20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2"/>
          </p:nvPr>
        </p:nvSpPr>
        <p:spPr>
          <a:xfrm>
            <a:off x="6193193" y="925221"/>
            <a:ext cx="21930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3"/>
          </p:nvPr>
        </p:nvSpPr>
        <p:spPr>
          <a:xfrm>
            <a:off x="6193193" y="1887713"/>
            <a:ext cx="21930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4"/>
          </p:nvPr>
        </p:nvSpPr>
        <p:spPr>
          <a:xfrm>
            <a:off x="6193193" y="3331450"/>
            <a:ext cx="21930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5"/>
          </p:nvPr>
        </p:nvSpPr>
        <p:spPr>
          <a:xfrm>
            <a:off x="6193193" y="2850204"/>
            <a:ext cx="21930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6"/>
          </p:nvPr>
        </p:nvSpPr>
        <p:spPr>
          <a:xfrm>
            <a:off x="6193193" y="1406467"/>
            <a:ext cx="21930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7"/>
          </p:nvPr>
        </p:nvSpPr>
        <p:spPr>
          <a:xfrm>
            <a:off x="6193193" y="2368958"/>
            <a:ext cx="21930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8" hasCustomPrompt="1"/>
          </p:nvPr>
        </p:nvSpPr>
        <p:spPr>
          <a:xfrm>
            <a:off x="8462400" y="1887554"/>
            <a:ext cx="453000" cy="3108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1600" b="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9" hasCustomPrompt="1"/>
          </p:nvPr>
        </p:nvSpPr>
        <p:spPr>
          <a:xfrm>
            <a:off x="8462400" y="924968"/>
            <a:ext cx="453000" cy="3108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1600" b="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116" name="Google Shape;116;p13"/>
          <p:cNvSpPr txBox="1">
            <a:spLocks noGrp="1"/>
          </p:cNvSpPr>
          <p:nvPr>
            <p:ph type="title" idx="13" hasCustomPrompt="1"/>
          </p:nvPr>
        </p:nvSpPr>
        <p:spPr>
          <a:xfrm>
            <a:off x="8462400" y="2368846"/>
            <a:ext cx="453000" cy="3108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1600" b="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117" name="Google Shape;117;p13"/>
          <p:cNvSpPr txBox="1">
            <a:spLocks noGrp="1"/>
          </p:cNvSpPr>
          <p:nvPr>
            <p:ph type="title" idx="14" hasCustomPrompt="1"/>
          </p:nvPr>
        </p:nvSpPr>
        <p:spPr>
          <a:xfrm>
            <a:off x="8462400" y="2850139"/>
            <a:ext cx="453000" cy="3108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1600" b="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>
            <a:spLocks noGrp="1"/>
          </p:cNvSpPr>
          <p:nvPr>
            <p:ph type="title" idx="15" hasCustomPrompt="1"/>
          </p:nvPr>
        </p:nvSpPr>
        <p:spPr>
          <a:xfrm>
            <a:off x="8462400" y="443975"/>
            <a:ext cx="453000" cy="3105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1600" b="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Font typeface="IBM Plex Mono"/>
              <a:buNone/>
              <a:defRPr sz="96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Font typeface="IBM Plex Mono"/>
              <a:buNone/>
              <a:defRPr sz="96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Font typeface="IBM Plex Mono"/>
              <a:buNone/>
              <a:defRPr sz="96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Font typeface="IBM Plex Mono"/>
              <a:buNone/>
              <a:defRPr sz="96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Font typeface="IBM Plex Mono"/>
              <a:buNone/>
              <a:defRPr sz="96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Font typeface="IBM Plex Mono"/>
              <a:buNone/>
              <a:defRPr sz="96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Font typeface="IBM Plex Mono"/>
              <a:buNone/>
              <a:defRPr sz="96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Font typeface="IBM Plex Mono"/>
              <a:buNone/>
              <a:defRPr sz="96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119" name="Google Shape;119;p13"/>
          <p:cNvSpPr txBox="1">
            <a:spLocks noGrp="1"/>
          </p:cNvSpPr>
          <p:nvPr>
            <p:ph type="title" idx="16" hasCustomPrompt="1"/>
          </p:nvPr>
        </p:nvSpPr>
        <p:spPr>
          <a:xfrm>
            <a:off x="8462400" y="1406261"/>
            <a:ext cx="453000" cy="3108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1600" b="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Font typeface="IBM Plex Mono"/>
              <a:buNone/>
              <a:defRPr sz="62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Font typeface="IBM Plex Mono"/>
              <a:buNone/>
              <a:defRPr sz="62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Font typeface="IBM Plex Mono"/>
              <a:buNone/>
              <a:defRPr sz="62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Font typeface="IBM Plex Mono"/>
              <a:buNone/>
              <a:defRPr sz="62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Font typeface="IBM Plex Mono"/>
              <a:buNone/>
              <a:defRPr sz="62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Font typeface="IBM Plex Mono"/>
              <a:buNone/>
              <a:defRPr sz="62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Font typeface="IBM Plex Mono"/>
              <a:buNone/>
              <a:defRPr sz="62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Font typeface="IBM Plex Mono"/>
              <a:buNone/>
              <a:defRPr sz="62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3"/>
          <p:cNvSpPr txBox="1">
            <a:spLocks noGrp="1"/>
          </p:cNvSpPr>
          <p:nvPr>
            <p:ph type="title" idx="17" hasCustomPrompt="1"/>
          </p:nvPr>
        </p:nvSpPr>
        <p:spPr>
          <a:xfrm>
            <a:off x="8462400" y="3331432"/>
            <a:ext cx="453000" cy="3108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1600" b="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121" name="Google Shape;121;p13"/>
          <p:cNvSpPr txBox="1">
            <a:spLocks noGrp="1"/>
          </p:cNvSpPr>
          <p:nvPr>
            <p:ph type="subTitle" idx="18"/>
          </p:nvPr>
        </p:nvSpPr>
        <p:spPr>
          <a:xfrm>
            <a:off x="6189850" y="3812700"/>
            <a:ext cx="21966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title" idx="19" hasCustomPrompt="1"/>
          </p:nvPr>
        </p:nvSpPr>
        <p:spPr>
          <a:xfrm>
            <a:off x="8462400" y="3812725"/>
            <a:ext cx="453000" cy="3108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1600" b="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123" name="Google Shape;123;p13"/>
          <p:cNvSpPr txBox="1">
            <a:spLocks noGrp="1"/>
          </p:cNvSpPr>
          <p:nvPr>
            <p:ph type="subTitle" idx="20"/>
          </p:nvPr>
        </p:nvSpPr>
        <p:spPr>
          <a:xfrm>
            <a:off x="3572100" y="443975"/>
            <a:ext cx="26211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21"/>
          </p:nvPr>
        </p:nvSpPr>
        <p:spPr>
          <a:xfrm>
            <a:off x="3572100" y="925221"/>
            <a:ext cx="26211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125" name="Google Shape;125;p13"/>
          <p:cNvSpPr txBox="1">
            <a:spLocks noGrp="1"/>
          </p:cNvSpPr>
          <p:nvPr>
            <p:ph type="subTitle" idx="22"/>
          </p:nvPr>
        </p:nvSpPr>
        <p:spPr>
          <a:xfrm>
            <a:off x="3572100" y="1406468"/>
            <a:ext cx="26211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126" name="Google Shape;126;p13"/>
          <p:cNvSpPr txBox="1">
            <a:spLocks noGrp="1"/>
          </p:cNvSpPr>
          <p:nvPr>
            <p:ph type="subTitle" idx="23"/>
          </p:nvPr>
        </p:nvSpPr>
        <p:spPr>
          <a:xfrm>
            <a:off x="3572100" y="1887714"/>
            <a:ext cx="26211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127" name="Google Shape;127;p13"/>
          <p:cNvSpPr txBox="1">
            <a:spLocks noGrp="1"/>
          </p:cNvSpPr>
          <p:nvPr>
            <p:ph type="subTitle" idx="24"/>
          </p:nvPr>
        </p:nvSpPr>
        <p:spPr>
          <a:xfrm>
            <a:off x="3572100" y="2368961"/>
            <a:ext cx="26211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subTitle" idx="25"/>
          </p:nvPr>
        </p:nvSpPr>
        <p:spPr>
          <a:xfrm>
            <a:off x="3572100" y="2850207"/>
            <a:ext cx="26211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26"/>
          </p:nvPr>
        </p:nvSpPr>
        <p:spPr>
          <a:xfrm>
            <a:off x="3572100" y="3331454"/>
            <a:ext cx="26211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130" name="Google Shape;130;p13"/>
          <p:cNvSpPr txBox="1">
            <a:spLocks noGrp="1"/>
          </p:cNvSpPr>
          <p:nvPr>
            <p:ph type="subTitle" idx="27"/>
          </p:nvPr>
        </p:nvSpPr>
        <p:spPr>
          <a:xfrm>
            <a:off x="3572100" y="3812700"/>
            <a:ext cx="26211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14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133" name="Google Shape;133;p14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34" name="Google Shape;134;p14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135" name="Google Shape;135;p14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6" name="Google Shape;136;p14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" name="Google Shape;137;p14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138" name="Google Shape;138;p14"/>
          <p:cNvSpPr txBox="1">
            <a:spLocks noGrp="1"/>
          </p:cNvSpPr>
          <p:nvPr>
            <p:ph type="title"/>
          </p:nvPr>
        </p:nvSpPr>
        <p:spPr>
          <a:xfrm>
            <a:off x="228600" y="863250"/>
            <a:ext cx="5562600" cy="1569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6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4"/>
          <p:cNvSpPr txBox="1">
            <a:spLocks noGrp="1"/>
          </p:cNvSpPr>
          <p:nvPr>
            <p:ph type="subTitle" idx="1"/>
          </p:nvPr>
        </p:nvSpPr>
        <p:spPr>
          <a:xfrm>
            <a:off x="3352800" y="2661750"/>
            <a:ext cx="5562600" cy="18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p21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214" name="Google Shape;214;p21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15" name="Google Shape;215;p21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216" name="Google Shape;216;p21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7" name="Google Shape;217;p21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8" name="Google Shape;218;p21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219" name="Google Shape;219;p21"/>
          <p:cNvSpPr txBox="1">
            <a:spLocks noGrp="1"/>
          </p:cNvSpPr>
          <p:nvPr>
            <p:ph type="title"/>
          </p:nvPr>
        </p:nvSpPr>
        <p:spPr>
          <a:xfrm>
            <a:off x="228597" y="2513700"/>
            <a:ext cx="3550800" cy="240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220" name="Google Shape;220;p21"/>
          <p:cNvSpPr txBox="1">
            <a:spLocks noGrp="1"/>
          </p:cNvSpPr>
          <p:nvPr>
            <p:ph type="subTitle" idx="1"/>
          </p:nvPr>
        </p:nvSpPr>
        <p:spPr>
          <a:xfrm>
            <a:off x="4400375" y="2513700"/>
            <a:ext cx="4448100" cy="11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4400375" y="3978450"/>
            <a:ext cx="4448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includes icons,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000" b="1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Google Shape;223;p22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224" name="Google Shape;224;p22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25" name="Google Shape;225;p22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226" name="Google Shape;226;p22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27" name="Google Shape;227;p22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28" name="Google Shape;228;p22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23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231" name="Google Shape;231;p23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32" name="Google Shape;232;p23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233" name="Google Shape;233;p23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4" name="Google Shape;234;p23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5" name="Google Shape;235;p23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5" r:id="rId6"/>
    <p:sldLayoutId id="2147483657" r:id="rId7"/>
    <p:sldLayoutId id="2147483658" r:id="rId8"/>
    <p:sldLayoutId id="2147483659" r:id="rId9"/>
    <p:sldLayoutId id="2147483660" r:id="rId10"/>
    <p:sldLayoutId id="2147483667" r:id="rId11"/>
    <p:sldLayoutId id="2147483668" r:id="rId12"/>
    <p:sldLayoutId id="2147483669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in.pinterest.com/pin/automotive-software-market-trends-growth--564849978274091556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www.picpedia.org/keyboard/p/project-management.html" TargetMode="External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butismileanyway.wordpress.com/2015/03/27/thank-you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8"/>
          <p:cNvSpPr txBox="1">
            <a:spLocks noGrp="1"/>
          </p:cNvSpPr>
          <p:nvPr>
            <p:ph type="subTitle" idx="1"/>
          </p:nvPr>
        </p:nvSpPr>
        <p:spPr>
          <a:xfrm>
            <a:off x="228600" y="4483800"/>
            <a:ext cx="37890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Continue</a:t>
            </a:r>
            <a:endParaRPr dirty="0"/>
          </a:p>
        </p:txBody>
      </p:sp>
      <p:sp>
        <p:nvSpPr>
          <p:cNvPr id="252" name="Google Shape;252;p28"/>
          <p:cNvSpPr txBox="1">
            <a:spLocks noGrp="1"/>
          </p:cNvSpPr>
          <p:nvPr>
            <p:ph type="ctrTitle"/>
          </p:nvPr>
        </p:nvSpPr>
        <p:spPr>
          <a:xfrm>
            <a:off x="228600" y="1854000"/>
            <a:ext cx="5257800" cy="240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 err="1"/>
              <a:t>Automobilių</a:t>
            </a:r>
            <a:r>
              <a:rPr lang="en" sz="4000" dirty="0"/>
              <a:t> </a:t>
            </a:r>
            <a:r>
              <a:rPr lang="en" sz="4000" dirty="0" err="1"/>
              <a:t>techninės</a:t>
            </a:r>
            <a:r>
              <a:rPr lang="en" sz="4000" dirty="0"/>
              <a:t> </a:t>
            </a:r>
            <a:r>
              <a:rPr lang="en" sz="4000" dirty="0" err="1"/>
              <a:t>apžiūros</a:t>
            </a:r>
            <a:r>
              <a:rPr lang="en" sz="4000" dirty="0"/>
              <a:t> </a:t>
            </a:r>
            <a:r>
              <a:rPr lang="en" sz="4000" dirty="0" err="1"/>
              <a:t>registras</a:t>
            </a:r>
            <a:endParaRPr sz="4000" dirty="0"/>
          </a:p>
        </p:txBody>
      </p:sp>
      <p:cxnSp>
        <p:nvCxnSpPr>
          <p:cNvPr id="253" name="Google Shape;253;p28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55" name="Google Shape;255;p28"/>
          <p:cNvGrpSpPr/>
          <p:nvPr/>
        </p:nvGrpSpPr>
        <p:grpSpPr>
          <a:xfrm>
            <a:off x="228598" y="281400"/>
            <a:ext cx="8686804" cy="123000"/>
            <a:chOff x="228598" y="281400"/>
            <a:chExt cx="8686804" cy="123000"/>
          </a:xfrm>
        </p:grpSpPr>
        <p:sp>
          <p:nvSpPr>
            <p:cNvPr id="256" name="Google Shape;256;p28"/>
            <p:cNvSpPr txBox="1"/>
            <p:nvPr/>
          </p:nvSpPr>
          <p:spPr>
            <a:xfrm>
              <a:off x="4071900" y="281400"/>
              <a:ext cx="10002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Liudvikas Kadys</a:t>
              </a:r>
              <a:endParaRPr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57" name="Google Shape;257;p28"/>
            <p:cNvSpPr txBox="1"/>
            <p:nvPr/>
          </p:nvSpPr>
          <p:spPr>
            <a:xfrm>
              <a:off x="7554686" y="281400"/>
              <a:ext cx="1360716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Kristijonas </a:t>
              </a:r>
              <a:r>
                <a:rPr lang="en" sz="800" b="1" dirty="0" err="1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Bukavickas</a:t>
              </a:r>
              <a:endParaRPr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58" name="Google Shape;258;p28"/>
            <p:cNvSpPr txBox="1"/>
            <p:nvPr/>
          </p:nvSpPr>
          <p:spPr>
            <a:xfrm>
              <a:off x="228598" y="281400"/>
              <a:ext cx="10518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Nedas Miliūnas</a:t>
              </a:r>
              <a:endParaRPr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259" name="Google Shape;259;p28"/>
          <p:cNvSpPr txBox="1"/>
          <p:nvPr/>
        </p:nvSpPr>
        <p:spPr>
          <a:xfrm rot="-5400000">
            <a:off x="7740350" y="3564150"/>
            <a:ext cx="2578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"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← &lt;</a:t>
            </a:r>
            <a:r>
              <a:rPr lang="en-GB" sz="800" b="1" dirty="0" err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github.com</a:t>
            </a:r>
            <a:r>
              <a:rPr lang="en-GB"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/Rencikas/techas_2025</a:t>
            </a:r>
            <a:r>
              <a:rPr lang="en"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&gt;</a:t>
            </a:r>
            <a:endParaRPr sz="800" b="1" dirty="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7" name="Picture 6" descr="A blue car on a road with green lines&#10;&#10;AI-generated content may be incorrect.">
            <a:extLst>
              <a:ext uri="{FF2B5EF4-FFF2-40B4-BE49-F238E27FC236}">
                <a16:creationId xmlns:a16="http://schemas.microsoft.com/office/drawing/2014/main" id="{ADDF5367-B79B-F822-9B0C-C2733D6E33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6965" r="7640"/>
          <a:stretch>
            <a:fillRect/>
          </a:stretch>
        </p:blipFill>
        <p:spPr>
          <a:xfrm>
            <a:off x="5072100" y="733690"/>
            <a:ext cx="3843000" cy="2352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0"/>
          <p:cNvSpPr txBox="1">
            <a:spLocks noGrp="1"/>
          </p:cNvSpPr>
          <p:nvPr>
            <p:ph type="title"/>
          </p:nvPr>
        </p:nvSpPr>
        <p:spPr>
          <a:xfrm>
            <a:off x="228600" y="4338900"/>
            <a:ext cx="8686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Trumpai</a:t>
            </a:r>
            <a:br>
              <a:rPr lang="en" dirty="0"/>
            </a:br>
            <a:endParaRPr b="0" dirty="0"/>
          </a:p>
        </p:txBody>
      </p:sp>
      <p:sp>
        <p:nvSpPr>
          <p:cNvPr id="307" name="Google Shape;307;p30"/>
          <p:cNvSpPr txBox="1">
            <a:spLocks noGrp="1"/>
          </p:cNvSpPr>
          <p:nvPr>
            <p:ph type="subTitle" idx="1"/>
          </p:nvPr>
        </p:nvSpPr>
        <p:spPr>
          <a:xfrm>
            <a:off x="6193193" y="443975"/>
            <a:ext cx="21966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dirty="0"/>
              <a:t>Log-In Sistema</a:t>
            </a:r>
          </a:p>
        </p:txBody>
      </p:sp>
      <p:sp>
        <p:nvSpPr>
          <p:cNvPr id="308" name="Google Shape;308;p30"/>
          <p:cNvSpPr txBox="1">
            <a:spLocks noGrp="1"/>
          </p:cNvSpPr>
          <p:nvPr>
            <p:ph type="subTitle" idx="2"/>
          </p:nvPr>
        </p:nvSpPr>
        <p:spPr>
          <a:xfrm>
            <a:off x="5192486" y="925221"/>
            <a:ext cx="3193707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lt-LT" dirty="0"/>
              <a:t>Auto registravimas</a:t>
            </a:r>
            <a:endParaRPr lang="en-GB" dirty="0"/>
          </a:p>
        </p:txBody>
      </p:sp>
      <p:sp>
        <p:nvSpPr>
          <p:cNvPr id="309" name="Google Shape;309;p30"/>
          <p:cNvSpPr txBox="1">
            <a:spLocks noGrp="1"/>
          </p:cNvSpPr>
          <p:nvPr>
            <p:ph type="subTitle" idx="3"/>
          </p:nvPr>
        </p:nvSpPr>
        <p:spPr>
          <a:xfrm>
            <a:off x="6193193" y="1887713"/>
            <a:ext cx="21930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SzPts val="1100"/>
            </a:pPr>
            <a:r>
              <a:rPr lang="en-GB" dirty="0" err="1"/>
              <a:t>Filtravimo</a:t>
            </a:r>
            <a:r>
              <a:rPr lang="en-GB" dirty="0"/>
              <a:t> Sistema</a:t>
            </a:r>
            <a:endParaRPr dirty="0"/>
          </a:p>
        </p:txBody>
      </p:sp>
      <p:sp>
        <p:nvSpPr>
          <p:cNvPr id="311" name="Google Shape;311;p30"/>
          <p:cNvSpPr txBox="1">
            <a:spLocks noGrp="1"/>
          </p:cNvSpPr>
          <p:nvPr>
            <p:ph type="subTitle" idx="5"/>
          </p:nvPr>
        </p:nvSpPr>
        <p:spPr>
          <a:xfrm>
            <a:off x="6193193" y="2850204"/>
            <a:ext cx="21930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Admin panel</a:t>
            </a:r>
            <a:endParaRPr dirty="0"/>
          </a:p>
        </p:txBody>
      </p:sp>
      <p:sp>
        <p:nvSpPr>
          <p:cNvPr id="312" name="Google Shape;312;p30"/>
          <p:cNvSpPr txBox="1">
            <a:spLocks noGrp="1"/>
          </p:cNvSpPr>
          <p:nvPr>
            <p:ph type="subTitle" idx="6"/>
          </p:nvPr>
        </p:nvSpPr>
        <p:spPr>
          <a:xfrm>
            <a:off x="6193193" y="1406467"/>
            <a:ext cx="21930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lt-LT" dirty="0"/>
              <a:t>Duomenų bazė</a:t>
            </a:r>
          </a:p>
        </p:txBody>
      </p:sp>
      <p:sp>
        <p:nvSpPr>
          <p:cNvPr id="313" name="Google Shape;313;p30"/>
          <p:cNvSpPr txBox="1">
            <a:spLocks noGrp="1"/>
          </p:cNvSpPr>
          <p:nvPr>
            <p:ph type="subTitle" idx="7"/>
          </p:nvPr>
        </p:nvSpPr>
        <p:spPr>
          <a:xfrm>
            <a:off x="6193193" y="2368958"/>
            <a:ext cx="21930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 err="1"/>
              <a:t>Valdymas</a:t>
            </a:r>
            <a:endParaRPr dirty="0"/>
          </a:p>
        </p:txBody>
      </p:sp>
      <p:sp>
        <p:nvSpPr>
          <p:cNvPr id="314" name="Google Shape;314;p30"/>
          <p:cNvSpPr txBox="1">
            <a:spLocks noGrp="1"/>
          </p:cNvSpPr>
          <p:nvPr>
            <p:ph type="title" idx="8"/>
          </p:nvPr>
        </p:nvSpPr>
        <p:spPr>
          <a:xfrm>
            <a:off x="8462400" y="1887554"/>
            <a:ext cx="4530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15" name="Google Shape;315;p30"/>
          <p:cNvSpPr txBox="1">
            <a:spLocks noGrp="1"/>
          </p:cNvSpPr>
          <p:nvPr>
            <p:ph type="title" idx="9"/>
          </p:nvPr>
        </p:nvSpPr>
        <p:spPr>
          <a:xfrm>
            <a:off x="8462400" y="924968"/>
            <a:ext cx="4530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16" name="Google Shape;316;p30"/>
          <p:cNvSpPr txBox="1">
            <a:spLocks noGrp="1"/>
          </p:cNvSpPr>
          <p:nvPr>
            <p:ph type="title" idx="13"/>
          </p:nvPr>
        </p:nvSpPr>
        <p:spPr>
          <a:xfrm>
            <a:off x="8462400" y="2368846"/>
            <a:ext cx="4530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17" name="Google Shape;317;p30"/>
          <p:cNvSpPr txBox="1">
            <a:spLocks noGrp="1"/>
          </p:cNvSpPr>
          <p:nvPr>
            <p:ph type="title" idx="14"/>
          </p:nvPr>
        </p:nvSpPr>
        <p:spPr>
          <a:xfrm>
            <a:off x="8462400" y="2850139"/>
            <a:ext cx="4530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318" name="Google Shape;318;p30"/>
          <p:cNvSpPr txBox="1">
            <a:spLocks noGrp="1"/>
          </p:cNvSpPr>
          <p:nvPr>
            <p:ph type="title" idx="15"/>
          </p:nvPr>
        </p:nvSpPr>
        <p:spPr>
          <a:xfrm>
            <a:off x="8462400" y="443975"/>
            <a:ext cx="453000" cy="3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19" name="Google Shape;319;p30"/>
          <p:cNvSpPr txBox="1">
            <a:spLocks noGrp="1"/>
          </p:cNvSpPr>
          <p:nvPr>
            <p:ph type="title" idx="16"/>
          </p:nvPr>
        </p:nvSpPr>
        <p:spPr>
          <a:xfrm>
            <a:off x="8462400" y="1406261"/>
            <a:ext cx="4530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cxnSp>
        <p:nvCxnSpPr>
          <p:cNvPr id="323" name="Google Shape;323;p30"/>
          <p:cNvCxnSpPr/>
          <p:nvPr/>
        </p:nvCxnSpPr>
        <p:spPr>
          <a:xfrm>
            <a:off x="0" y="49149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4" name="Google Shape;324;p30"/>
          <p:cNvSpPr txBox="1">
            <a:spLocks noGrp="1"/>
          </p:cNvSpPr>
          <p:nvPr>
            <p:ph type="subTitle" idx="20"/>
          </p:nvPr>
        </p:nvSpPr>
        <p:spPr>
          <a:xfrm>
            <a:off x="1849779" y="443675"/>
            <a:ext cx="3537086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Prisijungimai</a:t>
            </a:r>
            <a:r>
              <a:rPr lang="en" dirty="0"/>
              <a:t> </a:t>
            </a:r>
            <a:r>
              <a:rPr lang="en" dirty="0" err="1"/>
              <a:t>prie</a:t>
            </a:r>
            <a:r>
              <a:rPr lang="en" dirty="0"/>
              <a:t> </a:t>
            </a:r>
            <a:r>
              <a:rPr lang="en" dirty="0" err="1"/>
              <a:t>paskirų</a:t>
            </a:r>
            <a:r>
              <a:rPr lang="en" dirty="0"/>
              <a:t>  (</a:t>
            </a:r>
            <a:r>
              <a:rPr lang="en" dirty="0" err="1"/>
              <a:t>Darbuotoju</a:t>
            </a:r>
            <a:r>
              <a:rPr lang="en" dirty="0"/>
              <a:t>, Admin)</a:t>
            </a:r>
            <a:endParaRPr dirty="0"/>
          </a:p>
        </p:txBody>
      </p:sp>
      <p:sp>
        <p:nvSpPr>
          <p:cNvPr id="325" name="Google Shape;325;p30"/>
          <p:cNvSpPr txBox="1">
            <a:spLocks noGrp="1"/>
          </p:cNvSpPr>
          <p:nvPr>
            <p:ph type="subTitle" idx="21"/>
          </p:nvPr>
        </p:nvSpPr>
        <p:spPr>
          <a:xfrm>
            <a:off x="1328058" y="910001"/>
            <a:ext cx="4058807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dirty="0" err="1"/>
              <a:t>valst</a:t>
            </a:r>
            <a:r>
              <a:rPr lang="en-GB" dirty="0"/>
              <a:t>. nr, </a:t>
            </a:r>
            <a:r>
              <a:rPr lang="en-GB" dirty="0" err="1"/>
              <a:t>pavadinimas</a:t>
            </a:r>
            <a:r>
              <a:rPr lang="en-GB" dirty="0"/>
              <a:t>, </a:t>
            </a:r>
            <a:r>
              <a:rPr lang="en-GB" dirty="0" err="1"/>
              <a:t>spalva</a:t>
            </a:r>
            <a:r>
              <a:rPr lang="en-GB" dirty="0"/>
              <a:t>, </a:t>
            </a:r>
            <a:r>
              <a:rPr lang="en-GB" dirty="0" err="1"/>
              <a:t>kuras</a:t>
            </a:r>
            <a:r>
              <a:rPr lang="en-GB" dirty="0"/>
              <a:t>, </a:t>
            </a:r>
            <a:r>
              <a:rPr lang="en-GB" dirty="0" err="1"/>
              <a:t>kategorija</a:t>
            </a:r>
            <a:endParaRPr lang="en-GB" dirty="0"/>
          </a:p>
        </p:txBody>
      </p:sp>
      <p:sp>
        <p:nvSpPr>
          <p:cNvPr id="326" name="Google Shape;326;p30"/>
          <p:cNvSpPr txBox="1">
            <a:spLocks noGrp="1"/>
          </p:cNvSpPr>
          <p:nvPr>
            <p:ph type="subTitle" idx="22"/>
          </p:nvPr>
        </p:nvSpPr>
        <p:spPr>
          <a:xfrm>
            <a:off x="1981201" y="1391294"/>
            <a:ext cx="3405664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dirty="0" err="1"/>
              <a:t>Duomenų</a:t>
            </a:r>
            <a:r>
              <a:rPr lang="en-GB" dirty="0"/>
              <a:t> </a:t>
            </a:r>
            <a:r>
              <a:rPr lang="en-GB" dirty="0" err="1"/>
              <a:t>bazė</a:t>
            </a:r>
            <a:r>
              <a:rPr lang="en-GB" dirty="0"/>
              <a:t> </a:t>
            </a:r>
            <a:r>
              <a:rPr lang="en-GB" dirty="0" err="1"/>
              <a:t>su</a:t>
            </a:r>
            <a:r>
              <a:rPr lang="en-GB" dirty="0"/>
              <a:t> </a:t>
            </a:r>
            <a:r>
              <a:rPr lang="en-GB" dirty="0" err="1"/>
              <a:t>paieškos</a:t>
            </a:r>
            <a:r>
              <a:rPr lang="en-GB" dirty="0"/>
              <a:t> </a:t>
            </a:r>
            <a:r>
              <a:rPr lang="en-GB" dirty="0" err="1"/>
              <a:t>funkcija</a:t>
            </a:r>
            <a:r>
              <a:rPr lang="en-GB" dirty="0"/>
              <a:t> </a:t>
            </a:r>
          </a:p>
        </p:txBody>
      </p:sp>
      <p:sp>
        <p:nvSpPr>
          <p:cNvPr id="327" name="Google Shape;327;p30"/>
          <p:cNvSpPr txBox="1">
            <a:spLocks noGrp="1"/>
          </p:cNvSpPr>
          <p:nvPr>
            <p:ph type="subTitle" idx="23"/>
          </p:nvPr>
        </p:nvSpPr>
        <p:spPr>
          <a:xfrm>
            <a:off x="2765765" y="1872587"/>
            <a:ext cx="26211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lt-LT" dirty="0"/>
              <a:t>Duomenų bazė su filtravimu</a:t>
            </a:r>
          </a:p>
        </p:txBody>
      </p:sp>
      <p:sp>
        <p:nvSpPr>
          <p:cNvPr id="328" name="Google Shape;328;p30"/>
          <p:cNvSpPr txBox="1">
            <a:spLocks noGrp="1"/>
          </p:cNvSpPr>
          <p:nvPr>
            <p:ph type="subTitle" idx="24"/>
          </p:nvPr>
        </p:nvSpPr>
        <p:spPr>
          <a:xfrm>
            <a:off x="2765765" y="2306167"/>
            <a:ext cx="26211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dirty="0"/>
              <a:t>Tech </a:t>
            </a:r>
            <a:r>
              <a:rPr lang="en-GB" dirty="0" err="1"/>
              <a:t>apžiūros</a:t>
            </a:r>
            <a:r>
              <a:rPr lang="en-GB" dirty="0"/>
              <a:t>. </a:t>
            </a:r>
            <a:r>
              <a:rPr lang="en-GB" dirty="0" err="1"/>
              <a:t>valdymas</a:t>
            </a:r>
            <a:r>
              <a:rPr lang="en-GB" dirty="0"/>
              <a:t>.</a:t>
            </a:r>
          </a:p>
        </p:txBody>
      </p:sp>
      <p:sp>
        <p:nvSpPr>
          <p:cNvPr id="329" name="Google Shape;329;p30"/>
          <p:cNvSpPr txBox="1">
            <a:spLocks noGrp="1"/>
          </p:cNvSpPr>
          <p:nvPr>
            <p:ph type="subTitle" idx="25"/>
          </p:nvPr>
        </p:nvSpPr>
        <p:spPr>
          <a:xfrm>
            <a:off x="228600" y="2834814"/>
            <a:ext cx="5158265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dirty="0" err="1"/>
              <a:t>Administratoriaus</a:t>
            </a:r>
            <a:r>
              <a:rPr lang="en-GB" dirty="0"/>
              <a:t> </a:t>
            </a:r>
            <a:r>
              <a:rPr lang="en-GB" dirty="0" err="1"/>
              <a:t>langas</a:t>
            </a:r>
            <a:r>
              <a:rPr lang="en-GB" dirty="0"/>
              <a:t> </a:t>
            </a:r>
            <a:r>
              <a:rPr lang="en-GB" dirty="0" err="1"/>
              <a:t>kuriame</a:t>
            </a:r>
            <a:r>
              <a:rPr lang="en-GB" dirty="0"/>
              <a:t> bus </a:t>
            </a:r>
            <a:r>
              <a:rPr lang="en-GB" dirty="0" err="1"/>
              <a:t>galima</a:t>
            </a:r>
            <a:r>
              <a:rPr lang="en-GB" dirty="0"/>
              <a:t> </a:t>
            </a:r>
            <a:r>
              <a:rPr lang="en-GB" dirty="0" err="1"/>
              <a:t>matyt</a:t>
            </a:r>
            <a:r>
              <a:rPr lang="en-GB" dirty="0"/>
              <a:t> </a:t>
            </a:r>
            <a:r>
              <a:rPr lang="en-GB" dirty="0" err="1"/>
              <a:t>visus</a:t>
            </a:r>
            <a:r>
              <a:rPr lang="en-GB" dirty="0"/>
              <a:t> </a:t>
            </a:r>
            <a:r>
              <a:rPr lang="en-GB" dirty="0" err="1"/>
              <a:t>darbuotojus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32" title="futuristic-cityscape-with-glowing-lines.jpg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1858" r="1858"/>
          <a:stretch/>
        </p:blipFill>
        <p:spPr>
          <a:xfrm>
            <a:off x="228600" y="1006750"/>
            <a:ext cx="2574001" cy="3908101"/>
          </a:xfrm>
          <a:prstGeom prst="rect">
            <a:avLst/>
          </a:prstGeom>
        </p:spPr>
      </p:pic>
      <p:sp>
        <p:nvSpPr>
          <p:cNvPr id="346" name="Google Shape;346;p32"/>
          <p:cNvSpPr txBox="1">
            <a:spLocks noGrp="1"/>
          </p:cNvSpPr>
          <p:nvPr>
            <p:ph type="title"/>
          </p:nvPr>
        </p:nvSpPr>
        <p:spPr>
          <a:xfrm>
            <a:off x="3952200" y="2883000"/>
            <a:ext cx="4963200" cy="20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dirty="0"/>
              <a:t>Log-In Sistema</a:t>
            </a:r>
          </a:p>
        </p:txBody>
      </p:sp>
      <p:sp>
        <p:nvSpPr>
          <p:cNvPr id="347" name="Google Shape;347;p32"/>
          <p:cNvSpPr txBox="1">
            <a:spLocks noGrp="1"/>
          </p:cNvSpPr>
          <p:nvPr>
            <p:ph type="title" idx="2"/>
          </p:nvPr>
        </p:nvSpPr>
        <p:spPr>
          <a:xfrm>
            <a:off x="7647000" y="1546188"/>
            <a:ext cx="1268400" cy="110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cxnSp>
        <p:nvCxnSpPr>
          <p:cNvPr id="348" name="Google Shape;348;p32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9" name="Google Shape;349;p32"/>
          <p:cNvGrpSpPr/>
          <p:nvPr/>
        </p:nvGrpSpPr>
        <p:grpSpPr>
          <a:xfrm>
            <a:off x="228598" y="281400"/>
            <a:ext cx="8686804" cy="123000"/>
            <a:chOff x="228598" y="281400"/>
            <a:chExt cx="8686804" cy="123000"/>
          </a:xfrm>
        </p:grpSpPr>
        <p:sp>
          <p:nvSpPr>
            <p:cNvPr id="350" name="Google Shape;350;p32"/>
            <p:cNvSpPr txBox="1"/>
            <p:nvPr/>
          </p:nvSpPr>
          <p:spPr>
            <a:xfrm>
              <a:off x="4071900" y="281400"/>
              <a:ext cx="10002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Liudvikas Kadys</a:t>
              </a:r>
              <a:endParaRPr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1" name="Google Shape;351;p32"/>
            <p:cNvSpPr txBox="1"/>
            <p:nvPr/>
          </p:nvSpPr>
          <p:spPr>
            <a:xfrm>
              <a:off x="7456714" y="356818"/>
              <a:ext cx="1458688" cy="475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Kristijonas </a:t>
              </a:r>
              <a:r>
                <a:rPr lang="en-GB" sz="800" b="1" dirty="0" err="1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Bukavickas</a:t>
              </a:r>
              <a:endParaRPr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2" name="Google Shape;352;p32"/>
            <p:cNvSpPr txBox="1"/>
            <p:nvPr/>
          </p:nvSpPr>
          <p:spPr>
            <a:xfrm>
              <a:off x="228598" y="281400"/>
              <a:ext cx="10518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lvl="0"/>
              <a:r>
                <a:rPr lang="en-GB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Nedas Miliūnas</a:t>
              </a:r>
            </a:p>
          </p:txBody>
        </p:sp>
      </p:grpSp>
      <p:sp>
        <p:nvSpPr>
          <p:cNvPr id="353" name="Google Shape;353;p32"/>
          <p:cNvSpPr txBox="1"/>
          <p:nvPr/>
        </p:nvSpPr>
        <p:spPr>
          <a:xfrm rot="-5400000">
            <a:off x="1627650" y="2234500"/>
            <a:ext cx="2578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r"/>
            <a:r>
              <a:rPr lang="en-GB"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&lt;</a:t>
            </a:r>
            <a:r>
              <a:rPr lang="en-GB" sz="800" b="1" dirty="0" err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github.com</a:t>
            </a:r>
            <a:r>
              <a:rPr lang="en-GB"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/Rencikas/techas_2025&gt;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3"/>
          <p:cNvSpPr txBox="1">
            <a:spLocks noGrp="1"/>
          </p:cNvSpPr>
          <p:nvPr>
            <p:ph type="title"/>
          </p:nvPr>
        </p:nvSpPr>
        <p:spPr>
          <a:xfrm>
            <a:off x="228600" y="863250"/>
            <a:ext cx="5562600" cy="8771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GB" dirty="0"/>
              <a:t>Log-In Sistema</a:t>
            </a:r>
          </a:p>
        </p:txBody>
      </p:sp>
      <p:sp>
        <p:nvSpPr>
          <p:cNvPr id="359" name="Google Shape;359;p33"/>
          <p:cNvSpPr txBox="1">
            <a:spLocks noGrp="1"/>
          </p:cNvSpPr>
          <p:nvPr>
            <p:ph type="subTitle" idx="1"/>
          </p:nvPr>
        </p:nvSpPr>
        <p:spPr>
          <a:xfrm>
            <a:off x="228599" y="2323882"/>
            <a:ext cx="8686802" cy="23624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lt-LT" sz="1800" b="1" dirty="0"/>
              <a:t>Prisijungimo modulis leidžia valdyti prieigą prie sistemos:</a:t>
            </a:r>
            <a:br>
              <a:rPr lang="lt-LT" sz="1800" b="1" dirty="0"/>
            </a:br>
            <a:endParaRPr lang="lt-LT" sz="1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lt-LT" sz="1400" dirty="0"/>
              <a:t>Vartotojai prisijungia su </a:t>
            </a:r>
            <a:r>
              <a:rPr lang="lt-LT" sz="1400" dirty="0" err="1"/>
              <a:t>User</a:t>
            </a:r>
            <a:r>
              <a:rPr lang="lt-LT" sz="1400" dirty="0"/>
              <a:t> arba </a:t>
            </a:r>
            <a:r>
              <a:rPr lang="lt-LT" sz="1400" dirty="0" err="1"/>
              <a:t>Admin</a:t>
            </a:r>
            <a:r>
              <a:rPr lang="lt-LT" sz="1400" dirty="0"/>
              <a:t> paskyromis.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lt-LT" sz="1400" dirty="0"/>
              <a:t>Skirtingi prisijungimo tipai suteikia skirtingas funkcijas.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lt-LT" sz="1400" dirty="0" err="1"/>
              <a:t>User</a:t>
            </a:r>
            <a:r>
              <a:rPr lang="lt-LT" sz="1400" dirty="0"/>
              <a:t> gali registruoti automobilius, redaguoti jų informaciją ir peržiūrėti duomenų bazę.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lt-LT" sz="1400" dirty="0" err="1"/>
              <a:t>Admin</a:t>
            </a:r>
            <a:r>
              <a:rPr lang="lt-LT" sz="1400" dirty="0"/>
              <a:t> turi papildomas teises: gali matyti visų vartotojų paskyras ir atlikti administravimo veiksmus.</a:t>
            </a:r>
          </a:p>
        </p:txBody>
      </p:sp>
      <p:cxnSp>
        <p:nvCxnSpPr>
          <p:cNvPr id="360" name="Google Shape;360;p33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61" name="Google Shape;361;p33"/>
          <p:cNvGrpSpPr/>
          <p:nvPr/>
        </p:nvGrpSpPr>
        <p:grpSpPr>
          <a:xfrm>
            <a:off x="228598" y="281400"/>
            <a:ext cx="8686804" cy="123000"/>
            <a:chOff x="228598" y="281400"/>
            <a:chExt cx="8686804" cy="123000"/>
          </a:xfrm>
        </p:grpSpPr>
        <p:sp>
          <p:nvSpPr>
            <p:cNvPr id="362" name="Google Shape;362;p33"/>
            <p:cNvSpPr txBox="1"/>
            <p:nvPr/>
          </p:nvSpPr>
          <p:spPr>
            <a:xfrm>
              <a:off x="4071900" y="281400"/>
              <a:ext cx="10002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Liudvikas Kadys</a:t>
              </a:r>
              <a:endParaRPr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63" name="Google Shape;363;p33"/>
            <p:cNvSpPr txBox="1"/>
            <p:nvPr/>
          </p:nvSpPr>
          <p:spPr>
            <a:xfrm>
              <a:off x="7456714" y="281400"/>
              <a:ext cx="1458688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Kristijonas </a:t>
              </a:r>
              <a:r>
                <a:rPr lang="en-GB" sz="800" b="1" dirty="0" err="1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Bukavickas</a:t>
              </a:r>
              <a:endParaRPr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64" name="Google Shape;364;p33"/>
            <p:cNvSpPr txBox="1"/>
            <p:nvPr/>
          </p:nvSpPr>
          <p:spPr>
            <a:xfrm>
              <a:off x="228598" y="281400"/>
              <a:ext cx="10518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Nedas Miliūnas</a:t>
              </a:r>
              <a:endParaRPr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>
          <a:extLst>
            <a:ext uri="{FF2B5EF4-FFF2-40B4-BE49-F238E27FC236}">
              <a16:creationId xmlns:a16="http://schemas.microsoft.com/office/drawing/2014/main" id="{B532729B-47BE-6217-F67B-90720DBA2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32" title="futuristic-cityscape-with-glowing-lines.jpg">
            <a:extLst>
              <a:ext uri="{FF2B5EF4-FFF2-40B4-BE49-F238E27FC236}">
                <a16:creationId xmlns:a16="http://schemas.microsoft.com/office/drawing/2014/main" id="{C5BFAE59-D5A4-6134-E422-4BC23ABC6C29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1858" r="1858"/>
          <a:stretch/>
        </p:blipFill>
        <p:spPr>
          <a:xfrm>
            <a:off x="228600" y="1006750"/>
            <a:ext cx="2574001" cy="3908101"/>
          </a:xfrm>
          <a:prstGeom prst="rect">
            <a:avLst/>
          </a:prstGeom>
        </p:spPr>
      </p:pic>
      <p:sp>
        <p:nvSpPr>
          <p:cNvPr id="346" name="Google Shape;346;p32">
            <a:extLst>
              <a:ext uri="{FF2B5EF4-FFF2-40B4-BE49-F238E27FC236}">
                <a16:creationId xmlns:a16="http://schemas.microsoft.com/office/drawing/2014/main" id="{CEDA7D60-5860-5A1F-61C2-FDE1E2DB58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02601" y="2883000"/>
            <a:ext cx="6112799" cy="20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lt-LT" dirty="0"/>
              <a:t>Auto registravimas</a:t>
            </a:r>
            <a:endParaRPr lang="en-GB" dirty="0"/>
          </a:p>
        </p:txBody>
      </p:sp>
      <p:sp>
        <p:nvSpPr>
          <p:cNvPr id="347" name="Google Shape;347;p32">
            <a:extLst>
              <a:ext uri="{FF2B5EF4-FFF2-40B4-BE49-F238E27FC236}">
                <a16:creationId xmlns:a16="http://schemas.microsoft.com/office/drawing/2014/main" id="{D7EDF169-F489-6EEC-B587-7C7771BEB57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647000" y="1546188"/>
            <a:ext cx="1268400" cy="110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cxnSp>
        <p:nvCxnSpPr>
          <p:cNvPr id="348" name="Google Shape;348;p32">
            <a:extLst>
              <a:ext uri="{FF2B5EF4-FFF2-40B4-BE49-F238E27FC236}">
                <a16:creationId xmlns:a16="http://schemas.microsoft.com/office/drawing/2014/main" id="{4DA34C11-02D8-7F51-A6F1-0448A5AFD492}"/>
              </a:ext>
            </a:extLst>
          </p:cNvPr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9" name="Google Shape;349;p32">
            <a:extLst>
              <a:ext uri="{FF2B5EF4-FFF2-40B4-BE49-F238E27FC236}">
                <a16:creationId xmlns:a16="http://schemas.microsoft.com/office/drawing/2014/main" id="{C78642AF-3B14-C2F5-8971-8B339646F77A}"/>
              </a:ext>
            </a:extLst>
          </p:cNvPr>
          <p:cNvGrpSpPr/>
          <p:nvPr/>
        </p:nvGrpSpPr>
        <p:grpSpPr>
          <a:xfrm>
            <a:off x="228598" y="281400"/>
            <a:ext cx="8686804" cy="123000"/>
            <a:chOff x="228598" y="281400"/>
            <a:chExt cx="8686804" cy="123000"/>
          </a:xfrm>
        </p:grpSpPr>
        <p:sp>
          <p:nvSpPr>
            <p:cNvPr id="350" name="Google Shape;350;p32">
              <a:extLst>
                <a:ext uri="{FF2B5EF4-FFF2-40B4-BE49-F238E27FC236}">
                  <a16:creationId xmlns:a16="http://schemas.microsoft.com/office/drawing/2014/main" id="{F0E5973F-46BE-D9E4-30BC-4DF28FAEF78D}"/>
                </a:ext>
              </a:extLst>
            </p:cNvPr>
            <p:cNvSpPr txBox="1"/>
            <p:nvPr/>
          </p:nvSpPr>
          <p:spPr>
            <a:xfrm>
              <a:off x="4071900" y="281400"/>
              <a:ext cx="10002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Liudvikas Kadys</a:t>
              </a:r>
              <a:endParaRPr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1" name="Google Shape;351;p32">
              <a:extLst>
                <a:ext uri="{FF2B5EF4-FFF2-40B4-BE49-F238E27FC236}">
                  <a16:creationId xmlns:a16="http://schemas.microsoft.com/office/drawing/2014/main" id="{A3835DBE-414F-23CD-0F98-10E85E6F8F7A}"/>
                </a:ext>
              </a:extLst>
            </p:cNvPr>
            <p:cNvSpPr txBox="1"/>
            <p:nvPr/>
          </p:nvSpPr>
          <p:spPr>
            <a:xfrm>
              <a:off x="7445829" y="281400"/>
              <a:ext cx="1469573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Kristijonas </a:t>
              </a:r>
              <a:r>
                <a:rPr lang="en-GB" sz="800" b="1" dirty="0" err="1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Bukavickas</a:t>
              </a:r>
              <a:endParaRPr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2" name="Google Shape;352;p32">
              <a:extLst>
                <a:ext uri="{FF2B5EF4-FFF2-40B4-BE49-F238E27FC236}">
                  <a16:creationId xmlns:a16="http://schemas.microsoft.com/office/drawing/2014/main" id="{7357E72B-E1F1-DFA2-4602-46129622C64D}"/>
                </a:ext>
              </a:extLst>
            </p:cNvPr>
            <p:cNvSpPr txBox="1"/>
            <p:nvPr/>
          </p:nvSpPr>
          <p:spPr>
            <a:xfrm>
              <a:off x="228598" y="281400"/>
              <a:ext cx="10518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lvl="0"/>
              <a:r>
                <a:rPr lang="en-GB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Nedas Miliūnas</a:t>
              </a:r>
            </a:p>
          </p:txBody>
        </p:sp>
      </p:grpSp>
      <p:sp>
        <p:nvSpPr>
          <p:cNvPr id="353" name="Google Shape;353;p32">
            <a:extLst>
              <a:ext uri="{FF2B5EF4-FFF2-40B4-BE49-F238E27FC236}">
                <a16:creationId xmlns:a16="http://schemas.microsoft.com/office/drawing/2014/main" id="{5968B8C3-0A26-97FD-A353-CA6858D8F72D}"/>
              </a:ext>
            </a:extLst>
          </p:cNvPr>
          <p:cNvSpPr txBox="1"/>
          <p:nvPr/>
        </p:nvSpPr>
        <p:spPr>
          <a:xfrm rot="-5400000">
            <a:off x="1627650" y="2234500"/>
            <a:ext cx="2578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r"/>
            <a:r>
              <a:rPr lang="en-GB"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&lt;</a:t>
            </a:r>
            <a:r>
              <a:rPr lang="en-GB" sz="800" b="1" dirty="0" err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github.com</a:t>
            </a:r>
            <a:r>
              <a:rPr lang="en-GB"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/Rencikas/techas_2025&gt;</a:t>
            </a:r>
          </a:p>
        </p:txBody>
      </p:sp>
    </p:spTree>
    <p:extLst>
      <p:ext uri="{BB962C8B-B14F-4D97-AF65-F5344CB8AC3E}">
        <p14:creationId xmlns:p14="http://schemas.microsoft.com/office/powerpoint/2010/main" val="2929179915"/>
      </p:ext>
    </p:extLst>
  </p:cSld>
  <p:clrMapOvr>
    <a:masterClrMapping/>
  </p:clrMapOvr>
  <p:transition spd="slow">
    <p:push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>
          <a:extLst>
            <a:ext uri="{FF2B5EF4-FFF2-40B4-BE49-F238E27FC236}">
              <a16:creationId xmlns:a16="http://schemas.microsoft.com/office/drawing/2014/main" id="{E0437EF4-2D37-EF28-7EB0-004EA4FB8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3">
            <a:extLst>
              <a:ext uri="{FF2B5EF4-FFF2-40B4-BE49-F238E27FC236}">
                <a16:creationId xmlns:a16="http://schemas.microsoft.com/office/drawing/2014/main" id="{126807A4-3B63-6356-F434-76F1FEBDF2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599" y="863250"/>
            <a:ext cx="8414657" cy="8771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lt-LT" dirty="0"/>
              <a:t>Auto registravimas</a:t>
            </a:r>
            <a:endParaRPr lang="en-GB" dirty="0"/>
          </a:p>
        </p:txBody>
      </p:sp>
      <p:sp>
        <p:nvSpPr>
          <p:cNvPr id="359" name="Google Shape;359;p33">
            <a:extLst>
              <a:ext uri="{FF2B5EF4-FFF2-40B4-BE49-F238E27FC236}">
                <a16:creationId xmlns:a16="http://schemas.microsoft.com/office/drawing/2014/main" id="{FE41D4BA-E92C-13E9-6C71-2B92FB20063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00745" y="2666469"/>
            <a:ext cx="8414657" cy="20198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lt-LT" sz="1800" b="1" dirty="0"/>
              <a:t>Pasirinkus operaciją „1“, sistema leidžia pridėti naują automobilį:</a:t>
            </a:r>
          </a:p>
          <a:p>
            <a:pPr>
              <a:lnSpc>
                <a:spcPct val="150000"/>
              </a:lnSpc>
            </a:pPr>
            <a:endParaRPr lang="lt-LT" sz="1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lt-LT" sz="1400" dirty="0"/>
              <a:t>Įvedami duomenys terminalo formoje: </a:t>
            </a:r>
            <a:r>
              <a:rPr lang="lt-LT" sz="1400" dirty="0" err="1"/>
              <a:t>valst</a:t>
            </a:r>
            <a:r>
              <a:rPr lang="lt-LT" sz="1400" dirty="0"/>
              <a:t>. numeriai, markė, spalva, kuro tipas, kategorija ir kt.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lt-LT" sz="1400" dirty="0"/>
              <a:t>Automobilis automatiškai įrašomas į dinamišką duomenų struktūrą.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lt-LT" sz="1400" dirty="0"/>
              <a:t>Ši funkcija padeda papildyti registrą naujais įrašais realiu laiku.</a:t>
            </a:r>
          </a:p>
          <a:p>
            <a:pPr marL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cxnSp>
        <p:nvCxnSpPr>
          <p:cNvPr id="360" name="Google Shape;360;p33">
            <a:extLst>
              <a:ext uri="{FF2B5EF4-FFF2-40B4-BE49-F238E27FC236}">
                <a16:creationId xmlns:a16="http://schemas.microsoft.com/office/drawing/2014/main" id="{1165E632-A2E8-A1B7-6495-BE909295764B}"/>
              </a:ext>
            </a:extLst>
          </p:cNvPr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61" name="Google Shape;361;p33">
            <a:extLst>
              <a:ext uri="{FF2B5EF4-FFF2-40B4-BE49-F238E27FC236}">
                <a16:creationId xmlns:a16="http://schemas.microsoft.com/office/drawing/2014/main" id="{DE43365B-0425-3FD8-5BE7-D70F1FF0DC23}"/>
              </a:ext>
            </a:extLst>
          </p:cNvPr>
          <p:cNvGrpSpPr/>
          <p:nvPr/>
        </p:nvGrpSpPr>
        <p:grpSpPr>
          <a:xfrm>
            <a:off x="228598" y="281400"/>
            <a:ext cx="8686804" cy="123000"/>
            <a:chOff x="228598" y="281400"/>
            <a:chExt cx="8686804" cy="123000"/>
          </a:xfrm>
        </p:grpSpPr>
        <p:sp>
          <p:nvSpPr>
            <p:cNvPr id="362" name="Google Shape;362;p33">
              <a:extLst>
                <a:ext uri="{FF2B5EF4-FFF2-40B4-BE49-F238E27FC236}">
                  <a16:creationId xmlns:a16="http://schemas.microsoft.com/office/drawing/2014/main" id="{97FAF890-8C32-3B3B-0F91-4E1FA969DE23}"/>
                </a:ext>
              </a:extLst>
            </p:cNvPr>
            <p:cNvSpPr txBox="1"/>
            <p:nvPr/>
          </p:nvSpPr>
          <p:spPr>
            <a:xfrm>
              <a:off x="4071900" y="281400"/>
              <a:ext cx="10002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Liudvikas Kadys</a:t>
              </a:r>
              <a:endParaRPr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63" name="Google Shape;363;p33">
              <a:extLst>
                <a:ext uri="{FF2B5EF4-FFF2-40B4-BE49-F238E27FC236}">
                  <a16:creationId xmlns:a16="http://schemas.microsoft.com/office/drawing/2014/main" id="{F16E0F67-D12C-FBA4-3A73-B0C4AF054CE9}"/>
                </a:ext>
              </a:extLst>
            </p:cNvPr>
            <p:cNvSpPr txBox="1"/>
            <p:nvPr/>
          </p:nvSpPr>
          <p:spPr>
            <a:xfrm>
              <a:off x="7674429" y="281400"/>
              <a:ext cx="1240973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Kristijonas </a:t>
              </a:r>
              <a:r>
                <a:rPr lang="en-GB" sz="800" b="1" dirty="0" err="1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Bukavickas</a:t>
              </a:r>
              <a:endParaRPr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64" name="Google Shape;364;p33">
              <a:extLst>
                <a:ext uri="{FF2B5EF4-FFF2-40B4-BE49-F238E27FC236}">
                  <a16:creationId xmlns:a16="http://schemas.microsoft.com/office/drawing/2014/main" id="{9940A2B5-6220-DFD6-25B3-5ADE91945DBA}"/>
                </a:ext>
              </a:extLst>
            </p:cNvPr>
            <p:cNvSpPr txBox="1"/>
            <p:nvPr/>
          </p:nvSpPr>
          <p:spPr>
            <a:xfrm>
              <a:off x="228598" y="281400"/>
              <a:ext cx="10518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Nedas Miliūnas</a:t>
              </a:r>
              <a:endParaRPr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83216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>
          <a:extLst>
            <a:ext uri="{FF2B5EF4-FFF2-40B4-BE49-F238E27FC236}">
              <a16:creationId xmlns:a16="http://schemas.microsoft.com/office/drawing/2014/main" id="{0C28A9CE-9682-4A5E-17FF-CC4D6C940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32" title="futuristic-cityscape-with-glowing-lines.jpg">
            <a:extLst>
              <a:ext uri="{FF2B5EF4-FFF2-40B4-BE49-F238E27FC236}">
                <a16:creationId xmlns:a16="http://schemas.microsoft.com/office/drawing/2014/main" id="{822CFD86-0C85-75FE-BC76-DDED03F92869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1858" r="1858"/>
          <a:stretch/>
        </p:blipFill>
        <p:spPr>
          <a:xfrm>
            <a:off x="228600" y="1006750"/>
            <a:ext cx="2574001" cy="3908101"/>
          </a:xfrm>
          <a:prstGeom prst="rect">
            <a:avLst/>
          </a:prstGeom>
        </p:spPr>
      </p:pic>
      <p:sp>
        <p:nvSpPr>
          <p:cNvPr id="346" name="Google Shape;346;p32">
            <a:extLst>
              <a:ext uri="{FF2B5EF4-FFF2-40B4-BE49-F238E27FC236}">
                <a16:creationId xmlns:a16="http://schemas.microsoft.com/office/drawing/2014/main" id="{31C2B9F0-9FEB-09B3-1CC6-B9C8773A32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52200" y="2883000"/>
            <a:ext cx="4963200" cy="20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lt-LT" dirty="0"/>
              <a:t>Duomenų bazė</a:t>
            </a:r>
          </a:p>
        </p:txBody>
      </p:sp>
      <p:sp>
        <p:nvSpPr>
          <p:cNvPr id="347" name="Google Shape;347;p32">
            <a:extLst>
              <a:ext uri="{FF2B5EF4-FFF2-40B4-BE49-F238E27FC236}">
                <a16:creationId xmlns:a16="http://schemas.microsoft.com/office/drawing/2014/main" id="{B90A70F8-7EA1-8C44-F495-8729EBBD3B6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647000" y="1546188"/>
            <a:ext cx="1268400" cy="110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cxnSp>
        <p:nvCxnSpPr>
          <p:cNvPr id="348" name="Google Shape;348;p32">
            <a:extLst>
              <a:ext uri="{FF2B5EF4-FFF2-40B4-BE49-F238E27FC236}">
                <a16:creationId xmlns:a16="http://schemas.microsoft.com/office/drawing/2014/main" id="{A1972DFC-BDB9-AD6B-8118-013D23340E7A}"/>
              </a:ext>
            </a:extLst>
          </p:cNvPr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9" name="Google Shape;349;p32">
            <a:extLst>
              <a:ext uri="{FF2B5EF4-FFF2-40B4-BE49-F238E27FC236}">
                <a16:creationId xmlns:a16="http://schemas.microsoft.com/office/drawing/2014/main" id="{3C43EB90-3151-E67F-8F5A-B92D9DE66FD6}"/>
              </a:ext>
            </a:extLst>
          </p:cNvPr>
          <p:cNvGrpSpPr/>
          <p:nvPr/>
        </p:nvGrpSpPr>
        <p:grpSpPr>
          <a:xfrm>
            <a:off x="228598" y="228588"/>
            <a:ext cx="8686804" cy="175812"/>
            <a:chOff x="228598" y="228588"/>
            <a:chExt cx="8686804" cy="175812"/>
          </a:xfrm>
        </p:grpSpPr>
        <p:sp>
          <p:nvSpPr>
            <p:cNvPr id="350" name="Google Shape;350;p32">
              <a:extLst>
                <a:ext uri="{FF2B5EF4-FFF2-40B4-BE49-F238E27FC236}">
                  <a16:creationId xmlns:a16="http://schemas.microsoft.com/office/drawing/2014/main" id="{4EFC4A9F-C486-CD7C-0112-16083C87EAFA}"/>
                </a:ext>
              </a:extLst>
            </p:cNvPr>
            <p:cNvSpPr txBox="1"/>
            <p:nvPr/>
          </p:nvSpPr>
          <p:spPr>
            <a:xfrm>
              <a:off x="4071900" y="281400"/>
              <a:ext cx="10002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Liudvikas Kadys</a:t>
              </a:r>
              <a:endParaRPr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1" name="Google Shape;351;p32">
              <a:extLst>
                <a:ext uri="{FF2B5EF4-FFF2-40B4-BE49-F238E27FC236}">
                  <a16:creationId xmlns:a16="http://schemas.microsoft.com/office/drawing/2014/main" id="{2B6AD9FA-2215-5DA4-3C10-9C8619550656}"/>
                </a:ext>
              </a:extLst>
            </p:cNvPr>
            <p:cNvSpPr txBox="1"/>
            <p:nvPr/>
          </p:nvSpPr>
          <p:spPr>
            <a:xfrm>
              <a:off x="7647000" y="228588"/>
              <a:ext cx="1268402" cy="1758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Kristijonas </a:t>
              </a:r>
              <a:r>
                <a:rPr lang="en-GB" sz="800" b="1" dirty="0" err="1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Bukavickas</a:t>
              </a:r>
              <a:endParaRPr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2" name="Google Shape;352;p32">
              <a:extLst>
                <a:ext uri="{FF2B5EF4-FFF2-40B4-BE49-F238E27FC236}">
                  <a16:creationId xmlns:a16="http://schemas.microsoft.com/office/drawing/2014/main" id="{6CFAF06D-1305-5917-0123-411C54E91CF2}"/>
                </a:ext>
              </a:extLst>
            </p:cNvPr>
            <p:cNvSpPr txBox="1"/>
            <p:nvPr/>
          </p:nvSpPr>
          <p:spPr>
            <a:xfrm>
              <a:off x="228598" y="281400"/>
              <a:ext cx="10518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lvl="0"/>
              <a:r>
                <a:rPr lang="en-GB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Nedas Miliūnas</a:t>
              </a:r>
            </a:p>
          </p:txBody>
        </p:sp>
      </p:grpSp>
      <p:sp>
        <p:nvSpPr>
          <p:cNvPr id="353" name="Google Shape;353;p32">
            <a:extLst>
              <a:ext uri="{FF2B5EF4-FFF2-40B4-BE49-F238E27FC236}">
                <a16:creationId xmlns:a16="http://schemas.microsoft.com/office/drawing/2014/main" id="{15BE9FD7-6FBE-896A-7610-7C4396949A1C}"/>
              </a:ext>
            </a:extLst>
          </p:cNvPr>
          <p:cNvSpPr txBox="1"/>
          <p:nvPr/>
        </p:nvSpPr>
        <p:spPr>
          <a:xfrm rot="-5400000">
            <a:off x="1627650" y="2234500"/>
            <a:ext cx="2578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r"/>
            <a:r>
              <a:rPr lang="en-GB"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&lt;</a:t>
            </a:r>
            <a:r>
              <a:rPr lang="en-GB" sz="800" b="1" dirty="0" err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github.com</a:t>
            </a:r>
            <a:r>
              <a:rPr lang="en-GB"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/Rencikas/techas_2025&gt;</a:t>
            </a:r>
          </a:p>
        </p:txBody>
      </p:sp>
    </p:spTree>
    <p:extLst>
      <p:ext uri="{BB962C8B-B14F-4D97-AF65-F5344CB8AC3E}">
        <p14:creationId xmlns:p14="http://schemas.microsoft.com/office/powerpoint/2010/main" val="526602050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>
          <a:extLst>
            <a:ext uri="{FF2B5EF4-FFF2-40B4-BE49-F238E27FC236}">
              <a16:creationId xmlns:a16="http://schemas.microsoft.com/office/drawing/2014/main" id="{8934A0C6-C2F8-77DE-6D68-11C9CCB6A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3">
            <a:extLst>
              <a:ext uri="{FF2B5EF4-FFF2-40B4-BE49-F238E27FC236}">
                <a16:creationId xmlns:a16="http://schemas.microsoft.com/office/drawing/2014/main" id="{00028D93-7D75-736B-0F8B-4DD2ACF761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863250"/>
            <a:ext cx="5562600" cy="8771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lt-LT" dirty="0"/>
              <a:t>Duomenų bazė</a:t>
            </a:r>
          </a:p>
        </p:txBody>
      </p:sp>
      <p:sp>
        <p:nvSpPr>
          <p:cNvPr id="359" name="Google Shape;359;p33">
            <a:extLst>
              <a:ext uri="{FF2B5EF4-FFF2-40B4-BE49-F238E27FC236}">
                <a16:creationId xmlns:a16="http://schemas.microsoft.com/office/drawing/2014/main" id="{6CC1233D-8FDD-706E-579A-CA65EF85DD4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2" y="2754285"/>
            <a:ext cx="8458200" cy="19320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lt-LT" sz="1800" b="1" dirty="0"/>
              <a:t>Duomenų bazė kaupia visą informaciją apie registruotus automobilius: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lt-LT" sz="1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lt-LT" sz="1400" dirty="0"/>
              <a:t>Visi duomenys saugomi tekstiniuose failuose (.</a:t>
            </a:r>
            <a:r>
              <a:rPr lang="lt-LT" sz="1400" dirty="0" err="1"/>
              <a:t>txt</a:t>
            </a:r>
            <a:r>
              <a:rPr lang="lt-LT" sz="1400" dirty="0"/>
              <a:t>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lt-LT" sz="1400" dirty="0"/>
              <a:t>Pasirinkus operaciją „2“, terminale atvaizduojamas tvarkingas visų automobilių sąrašas.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lt-LT" sz="1400" dirty="0"/>
              <a:t>Informacija pateikiama aiškiai suformatuota, kad būtų lengva peržiūrėti.</a:t>
            </a:r>
          </a:p>
        </p:txBody>
      </p:sp>
      <p:cxnSp>
        <p:nvCxnSpPr>
          <p:cNvPr id="360" name="Google Shape;360;p33">
            <a:extLst>
              <a:ext uri="{FF2B5EF4-FFF2-40B4-BE49-F238E27FC236}">
                <a16:creationId xmlns:a16="http://schemas.microsoft.com/office/drawing/2014/main" id="{7B36A863-DAB0-D285-9877-69C882E1EEE3}"/>
              </a:ext>
            </a:extLst>
          </p:cNvPr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61" name="Google Shape;361;p33">
            <a:extLst>
              <a:ext uri="{FF2B5EF4-FFF2-40B4-BE49-F238E27FC236}">
                <a16:creationId xmlns:a16="http://schemas.microsoft.com/office/drawing/2014/main" id="{3AC173B8-CAB0-1853-A817-DEB546EAA824}"/>
              </a:ext>
            </a:extLst>
          </p:cNvPr>
          <p:cNvGrpSpPr/>
          <p:nvPr/>
        </p:nvGrpSpPr>
        <p:grpSpPr>
          <a:xfrm>
            <a:off x="228598" y="281400"/>
            <a:ext cx="8686804" cy="123000"/>
            <a:chOff x="228598" y="281400"/>
            <a:chExt cx="8686804" cy="123000"/>
          </a:xfrm>
        </p:grpSpPr>
        <p:sp>
          <p:nvSpPr>
            <p:cNvPr id="362" name="Google Shape;362;p33">
              <a:extLst>
                <a:ext uri="{FF2B5EF4-FFF2-40B4-BE49-F238E27FC236}">
                  <a16:creationId xmlns:a16="http://schemas.microsoft.com/office/drawing/2014/main" id="{D4FDAAF8-7B2D-8B10-D2B0-D8978C5166AE}"/>
                </a:ext>
              </a:extLst>
            </p:cNvPr>
            <p:cNvSpPr txBox="1"/>
            <p:nvPr/>
          </p:nvSpPr>
          <p:spPr>
            <a:xfrm>
              <a:off x="4071900" y="281400"/>
              <a:ext cx="10002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Liudvikas Kadys</a:t>
              </a:r>
              <a:endParaRPr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63" name="Google Shape;363;p33">
              <a:extLst>
                <a:ext uri="{FF2B5EF4-FFF2-40B4-BE49-F238E27FC236}">
                  <a16:creationId xmlns:a16="http://schemas.microsoft.com/office/drawing/2014/main" id="{01FE9631-F02E-B6AF-4C68-87274624476E}"/>
                </a:ext>
              </a:extLst>
            </p:cNvPr>
            <p:cNvSpPr txBox="1"/>
            <p:nvPr/>
          </p:nvSpPr>
          <p:spPr>
            <a:xfrm>
              <a:off x="7532914" y="281400"/>
              <a:ext cx="1382488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Kristijonas </a:t>
              </a:r>
              <a:r>
                <a:rPr lang="en-GB" sz="800" b="1" dirty="0" err="1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Bukavickas</a:t>
              </a:r>
              <a:endParaRPr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64" name="Google Shape;364;p33">
              <a:extLst>
                <a:ext uri="{FF2B5EF4-FFF2-40B4-BE49-F238E27FC236}">
                  <a16:creationId xmlns:a16="http://schemas.microsoft.com/office/drawing/2014/main" id="{B3AB1A8C-DBE3-F67D-1EA2-B61A3C1AB6D9}"/>
                </a:ext>
              </a:extLst>
            </p:cNvPr>
            <p:cNvSpPr txBox="1"/>
            <p:nvPr/>
          </p:nvSpPr>
          <p:spPr>
            <a:xfrm>
              <a:off x="228598" y="281400"/>
              <a:ext cx="10518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Nedas Miliūnas</a:t>
              </a:r>
              <a:endParaRPr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245274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>
          <a:extLst>
            <a:ext uri="{FF2B5EF4-FFF2-40B4-BE49-F238E27FC236}">
              <a16:creationId xmlns:a16="http://schemas.microsoft.com/office/drawing/2014/main" id="{1B689C86-A72E-0C4F-BC92-90E12CEF1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32" title="futuristic-cityscape-with-glowing-lines.jpg">
            <a:extLst>
              <a:ext uri="{FF2B5EF4-FFF2-40B4-BE49-F238E27FC236}">
                <a16:creationId xmlns:a16="http://schemas.microsoft.com/office/drawing/2014/main" id="{4DC8F380-B063-0D5E-811D-4DC563E4D10B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1858" r="1858"/>
          <a:stretch/>
        </p:blipFill>
        <p:spPr>
          <a:xfrm>
            <a:off x="228600" y="1006750"/>
            <a:ext cx="2574001" cy="3908101"/>
          </a:xfrm>
          <a:prstGeom prst="rect">
            <a:avLst/>
          </a:prstGeom>
        </p:spPr>
      </p:pic>
      <p:sp>
        <p:nvSpPr>
          <p:cNvPr id="346" name="Google Shape;346;p32">
            <a:extLst>
              <a:ext uri="{FF2B5EF4-FFF2-40B4-BE49-F238E27FC236}">
                <a16:creationId xmlns:a16="http://schemas.microsoft.com/office/drawing/2014/main" id="{83035688-F386-3106-6BB7-486809CC84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92286" y="2883000"/>
            <a:ext cx="5323114" cy="20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100"/>
            </a:pPr>
            <a:r>
              <a:rPr lang="en-GB" dirty="0" err="1"/>
              <a:t>Filtravimo</a:t>
            </a:r>
            <a:r>
              <a:rPr lang="en-GB" dirty="0"/>
              <a:t> Sistema</a:t>
            </a:r>
          </a:p>
        </p:txBody>
      </p:sp>
      <p:sp>
        <p:nvSpPr>
          <p:cNvPr id="347" name="Google Shape;347;p32">
            <a:extLst>
              <a:ext uri="{FF2B5EF4-FFF2-40B4-BE49-F238E27FC236}">
                <a16:creationId xmlns:a16="http://schemas.microsoft.com/office/drawing/2014/main" id="{A5F41EB1-9CE0-FC6A-C6FF-9E5224A9D6E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647000" y="1546188"/>
            <a:ext cx="1268400" cy="110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cxnSp>
        <p:nvCxnSpPr>
          <p:cNvPr id="348" name="Google Shape;348;p32">
            <a:extLst>
              <a:ext uri="{FF2B5EF4-FFF2-40B4-BE49-F238E27FC236}">
                <a16:creationId xmlns:a16="http://schemas.microsoft.com/office/drawing/2014/main" id="{B343AB7E-BDDD-45B0-9DCA-3E6C225618E1}"/>
              </a:ext>
            </a:extLst>
          </p:cNvPr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9" name="Google Shape;349;p32">
            <a:extLst>
              <a:ext uri="{FF2B5EF4-FFF2-40B4-BE49-F238E27FC236}">
                <a16:creationId xmlns:a16="http://schemas.microsoft.com/office/drawing/2014/main" id="{1B2E9DA5-880E-221A-595E-483B863075F8}"/>
              </a:ext>
            </a:extLst>
          </p:cNvPr>
          <p:cNvGrpSpPr/>
          <p:nvPr/>
        </p:nvGrpSpPr>
        <p:grpSpPr>
          <a:xfrm>
            <a:off x="228598" y="281400"/>
            <a:ext cx="8686804" cy="123000"/>
            <a:chOff x="228598" y="281400"/>
            <a:chExt cx="8686804" cy="123000"/>
          </a:xfrm>
        </p:grpSpPr>
        <p:sp>
          <p:nvSpPr>
            <p:cNvPr id="350" name="Google Shape;350;p32">
              <a:extLst>
                <a:ext uri="{FF2B5EF4-FFF2-40B4-BE49-F238E27FC236}">
                  <a16:creationId xmlns:a16="http://schemas.microsoft.com/office/drawing/2014/main" id="{D9A0A2DD-CB0C-6248-639B-1168C3E2D386}"/>
                </a:ext>
              </a:extLst>
            </p:cNvPr>
            <p:cNvSpPr txBox="1"/>
            <p:nvPr/>
          </p:nvSpPr>
          <p:spPr>
            <a:xfrm>
              <a:off x="4071900" y="281400"/>
              <a:ext cx="10002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Liudvikas Kadys</a:t>
              </a:r>
              <a:endParaRPr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1" name="Google Shape;351;p32">
              <a:extLst>
                <a:ext uri="{FF2B5EF4-FFF2-40B4-BE49-F238E27FC236}">
                  <a16:creationId xmlns:a16="http://schemas.microsoft.com/office/drawing/2014/main" id="{2BDB2A4A-6417-378F-F39F-C848FE113985}"/>
                </a:ext>
              </a:extLst>
            </p:cNvPr>
            <p:cNvSpPr txBox="1"/>
            <p:nvPr/>
          </p:nvSpPr>
          <p:spPr>
            <a:xfrm>
              <a:off x="7739743" y="281400"/>
              <a:ext cx="1175659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Kristijonas </a:t>
              </a:r>
              <a:r>
                <a:rPr lang="en-GB" sz="800" b="1" dirty="0" err="1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Bukavickas</a:t>
              </a:r>
              <a:endParaRPr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2" name="Google Shape;352;p32">
              <a:extLst>
                <a:ext uri="{FF2B5EF4-FFF2-40B4-BE49-F238E27FC236}">
                  <a16:creationId xmlns:a16="http://schemas.microsoft.com/office/drawing/2014/main" id="{55C412FF-3F48-771E-B819-407D3A69D9AF}"/>
                </a:ext>
              </a:extLst>
            </p:cNvPr>
            <p:cNvSpPr txBox="1"/>
            <p:nvPr/>
          </p:nvSpPr>
          <p:spPr>
            <a:xfrm>
              <a:off x="228598" y="281400"/>
              <a:ext cx="10518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Nedas Miliūnas</a:t>
              </a:r>
              <a:endParaRPr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353" name="Google Shape;353;p32">
            <a:extLst>
              <a:ext uri="{FF2B5EF4-FFF2-40B4-BE49-F238E27FC236}">
                <a16:creationId xmlns:a16="http://schemas.microsoft.com/office/drawing/2014/main" id="{DBDA0E76-6745-6FD9-C2E2-D7E4312C8E65}"/>
              </a:ext>
            </a:extLst>
          </p:cNvPr>
          <p:cNvSpPr txBox="1"/>
          <p:nvPr/>
        </p:nvSpPr>
        <p:spPr>
          <a:xfrm rot="-5400000">
            <a:off x="1627650" y="2234500"/>
            <a:ext cx="2578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r"/>
            <a:r>
              <a:rPr lang="en-GB"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&lt;</a:t>
            </a:r>
            <a:r>
              <a:rPr lang="en-GB" sz="800" b="1" dirty="0" err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github.com</a:t>
            </a:r>
            <a:r>
              <a:rPr lang="en-GB"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/Rencikas/techas_2025&gt;</a:t>
            </a:r>
          </a:p>
        </p:txBody>
      </p:sp>
    </p:spTree>
    <p:extLst>
      <p:ext uri="{BB962C8B-B14F-4D97-AF65-F5344CB8AC3E}">
        <p14:creationId xmlns:p14="http://schemas.microsoft.com/office/powerpoint/2010/main" val="3685303345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>
          <a:extLst>
            <a:ext uri="{FF2B5EF4-FFF2-40B4-BE49-F238E27FC236}">
              <a16:creationId xmlns:a16="http://schemas.microsoft.com/office/drawing/2014/main" id="{6B4CC98D-7C22-D05D-19E2-A6547287E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3">
            <a:extLst>
              <a:ext uri="{FF2B5EF4-FFF2-40B4-BE49-F238E27FC236}">
                <a16:creationId xmlns:a16="http://schemas.microsoft.com/office/drawing/2014/main" id="{E0D7FD19-75FD-E037-7A0D-EDA5402829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863250"/>
            <a:ext cx="5562600" cy="8771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1100"/>
            </a:pPr>
            <a:r>
              <a:rPr lang="en-GB" dirty="0" err="1"/>
              <a:t>Filtravimo</a:t>
            </a:r>
            <a:r>
              <a:rPr lang="en-GB" dirty="0"/>
              <a:t> Sistema</a:t>
            </a:r>
          </a:p>
        </p:txBody>
      </p:sp>
      <p:sp>
        <p:nvSpPr>
          <p:cNvPr id="359" name="Google Shape;359;p33">
            <a:extLst>
              <a:ext uri="{FF2B5EF4-FFF2-40B4-BE49-F238E27FC236}">
                <a16:creationId xmlns:a16="http://schemas.microsoft.com/office/drawing/2014/main" id="{CDE55EE4-BB57-0208-5031-1491EACFB92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91884" y="1909116"/>
            <a:ext cx="8523516" cy="27771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 err="1"/>
              <a:t>Pasirinkus</a:t>
            </a:r>
            <a:r>
              <a:rPr lang="en-GB" sz="1800" b="1" dirty="0"/>
              <a:t> </a:t>
            </a:r>
            <a:r>
              <a:rPr lang="en-GB" sz="1800" b="1" dirty="0" err="1"/>
              <a:t>operaciją</a:t>
            </a:r>
            <a:r>
              <a:rPr lang="en-GB" sz="1800" b="1" dirty="0"/>
              <a:t> „3“, </a:t>
            </a:r>
            <a:r>
              <a:rPr lang="en-GB" sz="1800" b="1" dirty="0" err="1"/>
              <a:t>galima</a:t>
            </a:r>
            <a:r>
              <a:rPr lang="en-GB" sz="1800" b="1" dirty="0"/>
              <a:t> </a:t>
            </a:r>
            <a:r>
              <a:rPr lang="en-GB" sz="1800" b="1" dirty="0" err="1"/>
              <a:t>išvesti</a:t>
            </a:r>
            <a:r>
              <a:rPr lang="en-GB" sz="1800" b="1" dirty="0"/>
              <a:t> tik </a:t>
            </a:r>
            <a:r>
              <a:rPr lang="en-GB" sz="1800" b="1" dirty="0" err="1"/>
              <a:t>atrinktus</a:t>
            </a:r>
            <a:r>
              <a:rPr lang="en-GB" sz="1800" b="1" dirty="0"/>
              <a:t> </a:t>
            </a:r>
            <a:r>
              <a:rPr lang="en-GB" sz="1800" b="1" dirty="0" err="1"/>
              <a:t>duomenis</a:t>
            </a:r>
            <a:endParaRPr lang="en-GB" sz="1800" b="1" dirty="0"/>
          </a:p>
          <a:p>
            <a:pPr>
              <a:lnSpc>
                <a:spcPct val="150000"/>
              </a:lnSpc>
            </a:pPr>
            <a:r>
              <a:rPr lang="en-GB" sz="1800" b="1" dirty="0" err="1"/>
              <a:t>pagal</a:t>
            </a:r>
            <a:r>
              <a:rPr lang="en-GB" sz="1800" b="1" dirty="0"/>
              <a:t> </a:t>
            </a:r>
            <a:r>
              <a:rPr lang="en-GB" sz="1800" b="1" dirty="0" err="1"/>
              <a:t>pasirinktus</a:t>
            </a:r>
            <a:r>
              <a:rPr lang="en-GB" sz="1800" b="1" dirty="0"/>
              <a:t> </a:t>
            </a:r>
            <a:r>
              <a:rPr lang="en-GB" sz="1800" b="1" dirty="0" err="1"/>
              <a:t>filtrus</a:t>
            </a:r>
            <a:r>
              <a:rPr lang="en-GB" sz="1800" b="1" dirty="0"/>
              <a:t>:</a:t>
            </a:r>
          </a:p>
          <a:p>
            <a:pPr>
              <a:lnSpc>
                <a:spcPct val="150000"/>
              </a:lnSpc>
            </a:pPr>
            <a:endParaRPr lang="en-GB" sz="1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 dirty="0" err="1"/>
              <a:t>Automobiliai</a:t>
            </a:r>
            <a:r>
              <a:rPr lang="en-GB" sz="1400" dirty="0"/>
              <a:t> </a:t>
            </a:r>
            <a:r>
              <a:rPr lang="en-GB" sz="1400" dirty="0" err="1"/>
              <a:t>su</a:t>
            </a:r>
            <a:r>
              <a:rPr lang="en-GB" sz="1400" dirty="0"/>
              <a:t> </a:t>
            </a:r>
            <a:r>
              <a:rPr lang="en-GB" sz="1400" dirty="0" err="1"/>
              <a:t>pasibaigusia</a:t>
            </a:r>
            <a:r>
              <a:rPr lang="en-GB" sz="1400" dirty="0"/>
              <a:t> </a:t>
            </a:r>
            <a:r>
              <a:rPr lang="en-GB" sz="1400" dirty="0" err="1"/>
              <a:t>technine</a:t>
            </a:r>
            <a:r>
              <a:rPr lang="en-GB" sz="1400" dirty="0"/>
              <a:t> </a:t>
            </a:r>
            <a:r>
              <a:rPr lang="en-GB" sz="1400" dirty="0" err="1"/>
              <a:t>apžiūra</a:t>
            </a:r>
            <a:r>
              <a:rPr lang="en-GB" sz="1400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 dirty="0" err="1"/>
              <a:t>Automobiliai</a:t>
            </a:r>
            <a:r>
              <a:rPr lang="en-GB" sz="1400" dirty="0"/>
              <a:t> </a:t>
            </a:r>
            <a:r>
              <a:rPr lang="en-GB" sz="1400" dirty="0" err="1"/>
              <a:t>su</a:t>
            </a:r>
            <a:r>
              <a:rPr lang="en-GB" sz="1400" dirty="0"/>
              <a:t> </a:t>
            </a:r>
            <a:r>
              <a:rPr lang="en-GB" sz="1400" dirty="0" err="1"/>
              <a:t>galiojančia</a:t>
            </a:r>
            <a:r>
              <a:rPr lang="en-GB" sz="1400" dirty="0"/>
              <a:t> </a:t>
            </a:r>
            <a:r>
              <a:rPr lang="en-GB" sz="1400" dirty="0" err="1"/>
              <a:t>technine</a:t>
            </a:r>
            <a:r>
              <a:rPr lang="en-GB" sz="1400" dirty="0"/>
              <a:t> </a:t>
            </a:r>
            <a:r>
              <a:rPr lang="en-GB" sz="1400" dirty="0" err="1"/>
              <a:t>apžiūra</a:t>
            </a:r>
            <a:r>
              <a:rPr lang="en-GB" sz="1400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 dirty="0" err="1"/>
              <a:t>Papildomi</a:t>
            </a:r>
            <a:r>
              <a:rPr lang="en-GB" sz="1400" dirty="0"/>
              <a:t> </a:t>
            </a:r>
            <a:r>
              <a:rPr lang="en-GB" sz="1400" dirty="0" err="1"/>
              <a:t>filtrai</a:t>
            </a:r>
            <a:r>
              <a:rPr lang="en-GB" sz="1400" dirty="0"/>
              <a:t> </a:t>
            </a:r>
            <a:r>
              <a:rPr lang="en-GB" sz="1400" dirty="0" err="1"/>
              <a:t>pagal</a:t>
            </a:r>
            <a:r>
              <a:rPr lang="en-GB" sz="1400" dirty="0"/>
              <a:t> </a:t>
            </a:r>
            <a:r>
              <a:rPr lang="en-GB" sz="1400" dirty="0" err="1"/>
              <a:t>spalvą</a:t>
            </a:r>
            <a:r>
              <a:rPr lang="en-GB" sz="1400" dirty="0"/>
              <a:t>, </a:t>
            </a:r>
            <a:r>
              <a:rPr lang="en-GB" sz="1400" dirty="0" err="1"/>
              <a:t>kategoriją</a:t>
            </a:r>
            <a:r>
              <a:rPr lang="en-GB" sz="1400" dirty="0"/>
              <a:t> </a:t>
            </a:r>
            <a:r>
              <a:rPr lang="en-GB" sz="1400" dirty="0" err="1"/>
              <a:t>ar</a:t>
            </a:r>
            <a:r>
              <a:rPr lang="en-GB" sz="1400" dirty="0"/>
              <a:t> </a:t>
            </a:r>
            <a:r>
              <a:rPr lang="en-GB" sz="1400" dirty="0" err="1"/>
              <a:t>kitus</a:t>
            </a:r>
            <a:r>
              <a:rPr lang="en-GB" sz="1400" dirty="0"/>
              <a:t> </a:t>
            </a:r>
            <a:r>
              <a:rPr lang="en-GB" sz="1400" dirty="0" err="1"/>
              <a:t>kriterijus</a:t>
            </a:r>
            <a:r>
              <a:rPr lang="en-GB" sz="1400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 dirty="0"/>
              <a:t>Tai </a:t>
            </a:r>
            <a:r>
              <a:rPr lang="en-GB" sz="1400" dirty="0" err="1"/>
              <a:t>leidžia</a:t>
            </a:r>
            <a:r>
              <a:rPr lang="en-GB" sz="1400" dirty="0"/>
              <a:t> </a:t>
            </a:r>
            <a:r>
              <a:rPr lang="en-GB" sz="1400" dirty="0" err="1"/>
              <a:t>greitai</a:t>
            </a:r>
            <a:r>
              <a:rPr lang="en-GB" sz="1400" dirty="0"/>
              <a:t> </a:t>
            </a:r>
            <a:r>
              <a:rPr lang="en-GB" sz="1400" dirty="0" err="1"/>
              <a:t>surasti</a:t>
            </a:r>
            <a:r>
              <a:rPr lang="en-GB" sz="1400" dirty="0"/>
              <a:t> tik </a:t>
            </a:r>
            <a:r>
              <a:rPr lang="en-GB" sz="1400" dirty="0" err="1"/>
              <a:t>reikalingus</a:t>
            </a:r>
            <a:r>
              <a:rPr lang="en-GB" sz="1400" dirty="0"/>
              <a:t> </a:t>
            </a:r>
            <a:r>
              <a:rPr lang="en-GB" sz="1400" dirty="0" err="1"/>
              <a:t>įrašus</a:t>
            </a:r>
            <a:r>
              <a:rPr lang="en-GB" sz="1400" dirty="0"/>
              <a:t>.</a:t>
            </a:r>
          </a:p>
          <a:p>
            <a:pPr marL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cxnSp>
        <p:nvCxnSpPr>
          <p:cNvPr id="360" name="Google Shape;360;p33">
            <a:extLst>
              <a:ext uri="{FF2B5EF4-FFF2-40B4-BE49-F238E27FC236}">
                <a16:creationId xmlns:a16="http://schemas.microsoft.com/office/drawing/2014/main" id="{FEE8552E-90BE-9F52-C56C-89D6582E33B3}"/>
              </a:ext>
            </a:extLst>
          </p:cNvPr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61" name="Google Shape;361;p33">
            <a:extLst>
              <a:ext uri="{FF2B5EF4-FFF2-40B4-BE49-F238E27FC236}">
                <a16:creationId xmlns:a16="http://schemas.microsoft.com/office/drawing/2014/main" id="{47C15FE2-22A5-8F42-D3F4-7CDBA6BC0009}"/>
              </a:ext>
            </a:extLst>
          </p:cNvPr>
          <p:cNvGrpSpPr/>
          <p:nvPr/>
        </p:nvGrpSpPr>
        <p:grpSpPr>
          <a:xfrm>
            <a:off x="228598" y="281400"/>
            <a:ext cx="8686804" cy="123000"/>
            <a:chOff x="228598" y="281400"/>
            <a:chExt cx="8686804" cy="123000"/>
          </a:xfrm>
        </p:grpSpPr>
        <p:sp>
          <p:nvSpPr>
            <p:cNvPr id="362" name="Google Shape;362;p33">
              <a:extLst>
                <a:ext uri="{FF2B5EF4-FFF2-40B4-BE49-F238E27FC236}">
                  <a16:creationId xmlns:a16="http://schemas.microsoft.com/office/drawing/2014/main" id="{3B863CA2-69C4-F3AA-ABFE-1E4494BEF08F}"/>
                </a:ext>
              </a:extLst>
            </p:cNvPr>
            <p:cNvSpPr txBox="1"/>
            <p:nvPr/>
          </p:nvSpPr>
          <p:spPr>
            <a:xfrm>
              <a:off x="4071900" y="281400"/>
              <a:ext cx="10002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Liudvikas Kadys</a:t>
              </a:r>
              <a:endParaRPr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63" name="Google Shape;363;p33">
              <a:extLst>
                <a:ext uri="{FF2B5EF4-FFF2-40B4-BE49-F238E27FC236}">
                  <a16:creationId xmlns:a16="http://schemas.microsoft.com/office/drawing/2014/main" id="{EB198DF1-EB65-6EA8-EAED-D8531AEC9EB6}"/>
                </a:ext>
              </a:extLst>
            </p:cNvPr>
            <p:cNvSpPr txBox="1"/>
            <p:nvPr/>
          </p:nvSpPr>
          <p:spPr>
            <a:xfrm>
              <a:off x="7565571" y="281400"/>
              <a:ext cx="1349831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Kristijonas </a:t>
              </a:r>
              <a:r>
                <a:rPr lang="en-GB" sz="800" b="1" dirty="0" err="1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Bukavickas</a:t>
              </a:r>
              <a:endParaRPr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64" name="Google Shape;364;p33">
              <a:extLst>
                <a:ext uri="{FF2B5EF4-FFF2-40B4-BE49-F238E27FC236}">
                  <a16:creationId xmlns:a16="http://schemas.microsoft.com/office/drawing/2014/main" id="{D241C773-D87F-96A7-832B-BB63AD02650B}"/>
                </a:ext>
              </a:extLst>
            </p:cNvPr>
            <p:cNvSpPr txBox="1"/>
            <p:nvPr/>
          </p:nvSpPr>
          <p:spPr>
            <a:xfrm>
              <a:off x="228598" y="281400"/>
              <a:ext cx="10518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Nedas Miliūnas</a:t>
              </a:r>
              <a:endParaRPr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69207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>
          <a:extLst>
            <a:ext uri="{FF2B5EF4-FFF2-40B4-BE49-F238E27FC236}">
              <a16:creationId xmlns:a16="http://schemas.microsoft.com/office/drawing/2014/main" id="{C2454026-F3A2-83E5-5687-D6D7C3672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32" title="futuristic-cityscape-with-glowing-lines.jpg">
            <a:extLst>
              <a:ext uri="{FF2B5EF4-FFF2-40B4-BE49-F238E27FC236}">
                <a16:creationId xmlns:a16="http://schemas.microsoft.com/office/drawing/2014/main" id="{2B3AA5BE-B611-3EF1-D9A4-18E93234F796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1858" r="1858"/>
          <a:stretch/>
        </p:blipFill>
        <p:spPr>
          <a:xfrm>
            <a:off x="228600" y="1006750"/>
            <a:ext cx="2574001" cy="3908101"/>
          </a:xfrm>
          <a:prstGeom prst="rect">
            <a:avLst/>
          </a:prstGeom>
        </p:spPr>
      </p:pic>
      <p:sp>
        <p:nvSpPr>
          <p:cNvPr id="346" name="Google Shape;346;p32">
            <a:extLst>
              <a:ext uri="{FF2B5EF4-FFF2-40B4-BE49-F238E27FC236}">
                <a16:creationId xmlns:a16="http://schemas.microsoft.com/office/drawing/2014/main" id="{71559AB5-8810-E415-212F-6289D49A89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02601" y="2883000"/>
            <a:ext cx="6112799" cy="20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 err="1"/>
              <a:t>Valdymas</a:t>
            </a:r>
            <a:endParaRPr lang="en-GB" dirty="0"/>
          </a:p>
        </p:txBody>
      </p:sp>
      <p:sp>
        <p:nvSpPr>
          <p:cNvPr id="347" name="Google Shape;347;p32">
            <a:extLst>
              <a:ext uri="{FF2B5EF4-FFF2-40B4-BE49-F238E27FC236}">
                <a16:creationId xmlns:a16="http://schemas.microsoft.com/office/drawing/2014/main" id="{72C45EA5-6F16-A901-2A7D-0F5573BC770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647000" y="1546188"/>
            <a:ext cx="1268400" cy="110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cxnSp>
        <p:nvCxnSpPr>
          <p:cNvPr id="348" name="Google Shape;348;p32">
            <a:extLst>
              <a:ext uri="{FF2B5EF4-FFF2-40B4-BE49-F238E27FC236}">
                <a16:creationId xmlns:a16="http://schemas.microsoft.com/office/drawing/2014/main" id="{FF940A68-E628-1F63-F08F-0D5C934057B1}"/>
              </a:ext>
            </a:extLst>
          </p:cNvPr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9" name="Google Shape;349;p32">
            <a:extLst>
              <a:ext uri="{FF2B5EF4-FFF2-40B4-BE49-F238E27FC236}">
                <a16:creationId xmlns:a16="http://schemas.microsoft.com/office/drawing/2014/main" id="{165B4E2B-B412-D570-3D88-D2F9E0B1FA7C}"/>
              </a:ext>
            </a:extLst>
          </p:cNvPr>
          <p:cNvGrpSpPr/>
          <p:nvPr/>
        </p:nvGrpSpPr>
        <p:grpSpPr>
          <a:xfrm>
            <a:off x="228598" y="281400"/>
            <a:ext cx="8686804" cy="123000"/>
            <a:chOff x="228598" y="281400"/>
            <a:chExt cx="8686804" cy="123000"/>
          </a:xfrm>
        </p:grpSpPr>
        <p:sp>
          <p:nvSpPr>
            <p:cNvPr id="350" name="Google Shape;350;p32">
              <a:extLst>
                <a:ext uri="{FF2B5EF4-FFF2-40B4-BE49-F238E27FC236}">
                  <a16:creationId xmlns:a16="http://schemas.microsoft.com/office/drawing/2014/main" id="{D0438110-AB60-182F-D645-23DD56889786}"/>
                </a:ext>
              </a:extLst>
            </p:cNvPr>
            <p:cNvSpPr txBox="1"/>
            <p:nvPr/>
          </p:nvSpPr>
          <p:spPr>
            <a:xfrm>
              <a:off x="4071900" y="281400"/>
              <a:ext cx="10002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Liudvikas Kadys</a:t>
              </a:r>
              <a:endParaRPr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1" name="Google Shape;351;p32">
              <a:extLst>
                <a:ext uri="{FF2B5EF4-FFF2-40B4-BE49-F238E27FC236}">
                  <a16:creationId xmlns:a16="http://schemas.microsoft.com/office/drawing/2014/main" id="{C757B45C-0EB8-DDD8-4C7C-EC3439FC8F96}"/>
                </a:ext>
              </a:extLst>
            </p:cNvPr>
            <p:cNvSpPr txBox="1"/>
            <p:nvPr/>
          </p:nvSpPr>
          <p:spPr>
            <a:xfrm>
              <a:off x="7647000" y="281400"/>
              <a:ext cx="1268402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Kristijonas </a:t>
              </a:r>
              <a:r>
                <a:rPr lang="en-GB" sz="800" b="1" dirty="0" err="1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Bukavickas</a:t>
              </a:r>
              <a:endParaRPr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2" name="Google Shape;352;p32">
              <a:extLst>
                <a:ext uri="{FF2B5EF4-FFF2-40B4-BE49-F238E27FC236}">
                  <a16:creationId xmlns:a16="http://schemas.microsoft.com/office/drawing/2014/main" id="{C48FD029-6934-F7A1-41C1-73A052B32FDC}"/>
                </a:ext>
              </a:extLst>
            </p:cNvPr>
            <p:cNvSpPr txBox="1"/>
            <p:nvPr/>
          </p:nvSpPr>
          <p:spPr>
            <a:xfrm>
              <a:off x="228598" y="281400"/>
              <a:ext cx="10518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Nedas Miliūnas</a:t>
              </a:r>
              <a:endParaRPr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353" name="Google Shape;353;p32">
            <a:extLst>
              <a:ext uri="{FF2B5EF4-FFF2-40B4-BE49-F238E27FC236}">
                <a16:creationId xmlns:a16="http://schemas.microsoft.com/office/drawing/2014/main" id="{CFB2E071-652A-12BD-1999-ED483C379EA4}"/>
              </a:ext>
            </a:extLst>
          </p:cNvPr>
          <p:cNvSpPr txBox="1"/>
          <p:nvPr/>
        </p:nvSpPr>
        <p:spPr>
          <a:xfrm rot="-5400000">
            <a:off x="1627650" y="2234500"/>
            <a:ext cx="2578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r"/>
            <a:r>
              <a:rPr lang="en-GB"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&lt;</a:t>
            </a:r>
            <a:r>
              <a:rPr lang="en-GB" sz="800" b="1" dirty="0" err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github.com</a:t>
            </a:r>
            <a:r>
              <a:rPr lang="en-GB"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/Rencikas/techas_2025&gt;</a:t>
            </a:r>
          </a:p>
        </p:txBody>
      </p:sp>
    </p:spTree>
    <p:extLst>
      <p:ext uri="{BB962C8B-B14F-4D97-AF65-F5344CB8AC3E}">
        <p14:creationId xmlns:p14="http://schemas.microsoft.com/office/powerpoint/2010/main" val="1030084320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>
          <a:extLst>
            <a:ext uri="{FF2B5EF4-FFF2-40B4-BE49-F238E27FC236}">
              <a16:creationId xmlns:a16="http://schemas.microsoft.com/office/drawing/2014/main" id="{B04BE41B-5A02-211B-DF88-F97CE1AFA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3">
            <a:extLst>
              <a:ext uri="{FF2B5EF4-FFF2-40B4-BE49-F238E27FC236}">
                <a16:creationId xmlns:a16="http://schemas.microsoft.com/office/drawing/2014/main" id="{C9FFAFFD-2239-AE00-2537-6A116212AB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863250"/>
            <a:ext cx="7326086" cy="8771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" dirty="0" err="1"/>
              <a:t>Valdymas</a:t>
            </a:r>
            <a:endParaRPr lang="en-GB" dirty="0"/>
          </a:p>
        </p:txBody>
      </p:sp>
      <p:sp>
        <p:nvSpPr>
          <p:cNvPr id="359" name="Google Shape;359;p33">
            <a:extLst>
              <a:ext uri="{FF2B5EF4-FFF2-40B4-BE49-F238E27FC236}">
                <a16:creationId xmlns:a16="http://schemas.microsoft.com/office/drawing/2014/main" id="{768FBE2E-DA58-9AF2-DC35-0C8E35CBF61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8598" y="2661750"/>
            <a:ext cx="8686802" cy="20245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lt-LT" sz="1800" b="1" dirty="0"/>
              <a:t>Pasirinkus operaciją „4“, vartotojas gali redaguoti jau registruotus automobilius:</a:t>
            </a:r>
          </a:p>
          <a:p>
            <a:pPr>
              <a:lnSpc>
                <a:spcPct val="150000"/>
              </a:lnSpc>
            </a:pPr>
            <a:endParaRPr lang="lt-LT" sz="1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lt-LT" sz="1400" dirty="0"/>
              <a:t>Galima keisti valstybinius numerius, spalvą, markę ar kitus laukus.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lt-LT" sz="1400" dirty="0"/>
              <a:t>Redagavimai iš karto atnaujinami duomenų bazėje.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lt-LT" sz="1400" dirty="0"/>
              <a:t>Tai suteikia galimybę greitai pataisyti netikslumus arba atnaujinti informaciją.</a:t>
            </a:r>
          </a:p>
          <a:p>
            <a:pPr marL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cxnSp>
        <p:nvCxnSpPr>
          <p:cNvPr id="360" name="Google Shape;360;p33">
            <a:extLst>
              <a:ext uri="{FF2B5EF4-FFF2-40B4-BE49-F238E27FC236}">
                <a16:creationId xmlns:a16="http://schemas.microsoft.com/office/drawing/2014/main" id="{C42A5C98-85A2-7D2A-05D9-05D03A737D06}"/>
              </a:ext>
            </a:extLst>
          </p:cNvPr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61" name="Google Shape;361;p33">
            <a:extLst>
              <a:ext uri="{FF2B5EF4-FFF2-40B4-BE49-F238E27FC236}">
                <a16:creationId xmlns:a16="http://schemas.microsoft.com/office/drawing/2014/main" id="{540E8F9F-977A-3DA1-5748-773BDF26765F}"/>
              </a:ext>
            </a:extLst>
          </p:cNvPr>
          <p:cNvGrpSpPr/>
          <p:nvPr/>
        </p:nvGrpSpPr>
        <p:grpSpPr>
          <a:xfrm>
            <a:off x="228598" y="281400"/>
            <a:ext cx="8686804" cy="123000"/>
            <a:chOff x="228598" y="281400"/>
            <a:chExt cx="8686804" cy="123000"/>
          </a:xfrm>
        </p:grpSpPr>
        <p:sp>
          <p:nvSpPr>
            <p:cNvPr id="362" name="Google Shape;362;p33">
              <a:extLst>
                <a:ext uri="{FF2B5EF4-FFF2-40B4-BE49-F238E27FC236}">
                  <a16:creationId xmlns:a16="http://schemas.microsoft.com/office/drawing/2014/main" id="{62D0757B-41A5-3A51-7A7E-5E89482A77D6}"/>
                </a:ext>
              </a:extLst>
            </p:cNvPr>
            <p:cNvSpPr txBox="1"/>
            <p:nvPr/>
          </p:nvSpPr>
          <p:spPr>
            <a:xfrm>
              <a:off x="4071900" y="281400"/>
              <a:ext cx="10002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Liudvikas Kadys</a:t>
              </a:r>
              <a:endParaRPr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63" name="Google Shape;363;p33">
              <a:extLst>
                <a:ext uri="{FF2B5EF4-FFF2-40B4-BE49-F238E27FC236}">
                  <a16:creationId xmlns:a16="http://schemas.microsoft.com/office/drawing/2014/main" id="{05936BE8-F48A-B0B7-BD65-B08992DB6191}"/>
                </a:ext>
              </a:extLst>
            </p:cNvPr>
            <p:cNvSpPr txBox="1"/>
            <p:nvPr/>
          </p:nvSpPr>
          <p:spPr>
            <a:xfrm>
              <a:off x="7707086" y="281400"/>
              <a:ext cx="1208316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Kristijonas </a:t>
              </a:r>
              <a:r>
                <a:rPr lang="en-GB" sz="800" b="1" dirty="0" err="1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Bukavickas</a:t>
              </a:r>
              <a:endParaRPr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64" name="Google Shape;364;p33">
              <a:extLst>
                <a:ext uri="{FF2B5EF4-FFF2-40B4-BE49-F238E27FC236}">
                  <a16:creationId xmlns:a16="http://schemas.microsoft.com/office/drawing/2014/main" id="{42A0FA8F-E063-4C72-2232-D83D809044A9}"/>
                </a:ext>
              </a:extLst>
            </p:cNvPr>
            <p:cNvSpPr txBox="1"/>
            <p:nvPr/>
          </p:nvSpPr>
          <p:spPr>
            <a:xfrm>
              <a:off x="228598" y="281400"/>
              <a:ext cx="10518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Nedas Miliūnas</a:t>
              </a:r>
              <a:endParaRPr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50846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>
          <a:extLst>
            <a:ext uri="{FF2B5EF4-FFF2-40B4-BE49-F238E27FC236}">
              <a16:creationId xmlns:a16="http://schemas.microsoft.com/office/drawing/2014/main" id="{B37A45CE-27BB-F78C-A907-C33D0F59B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32" title="futuristic-cityscape-with-glowing-lines.jpg">
            <a:extLst>
              <a:ext uri="{FF2B5EF4-FFF2-40B4-BE49-F238E27FC236}">
                <a16:creationId xmlns:a16="http://schemas.microsoft.com/office/drawing/2014/main" id="{69471088-745D-BBA3-F003-21AEEDFD23C2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1858" r="1858"/>
          <a:stretch/>
        </p:blipFill>
        <p:spPr>
          <a:xfrm>
            <a:off x="228600" y="1006750"/>
            <a:ext cx="2574001" cy="3908101"/>
          </a:xfrm>
          <a:prstGeom prst="rect">
            <a:avLst/>
          </a:prstGeom>
        </p:spPr>
      </p:pic>
      <p:sp>
        <p:nvSpPr>
          <p:cNvPr id="346" name="Google Shape;346;p32">
            <a:extLst>
              <a:ext uri="{FF2B5EF4-FFF2-40B4-BE49-F238E27FC236}">
                <a16:creationId xmlns:a16="http://schemas.microsoft.com/office/drawing/2014/main" id="{8C7F79CF-DA2B-079E-173A-61B85DA35C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0" y="2883000"/>
            <a:ext cx="4343400" cy="20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100"/>
            </a:pPr>
            <a:r>
              <a:rPr lang="lt-LT" dirty="0" err="1"/>
              <a:t>Admin</a:t>
            </a:r>
            <a:r>
              <a:rPr lang="lt-LT" dirty="0"/>
              <a:t> </a:t>
            </a:r>
            <a:r>
              <a:rPr lang="lt-LT" dirty="0" err="1"/>
              <a:t>panel</a:t>
            </a:r>
            <a:endParaRPr lang="en-GB" dirty="0"/>
          </a:p>
        </p:txBody>
      </p:sp>
      <p:sp>
        <p:nvSpPr>
          <p:cNvPr id="347" name="Google Shape;347;p32">
            <a:extLst>
              <a:ext uri="{FF2B5EF4-FFF2-40B4-BE49-F238E27FC236}">
                <a16:creationId xmlns:a16="http://schemas.microsoft.com/office/drawing/2014/main" id="{92332C3F-9B04-38CA-E2B5-F5209CC2B03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647000" y="1546188"/>
            <a:ext cx="1268400" cy="110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cxnSp>
        <p:nvCxnSpPr>
          <p:cNvPr id="348" name="Google Shape;348;p32">
            <a:extLst>
              <a:ext uri="{FF2B5EF4-FFF2-40B4-BE49-F238E27FC236}">
                <a16:creationId xmlns:a16="http://schemas.microsoft.com/office/drawing/2014/main" id="{67776116-6C90-85C4-184B-4F258D0B2A62}"/>
              </a:ext>
            </a:extLst>
          </p:cNvPr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9" name="Google Shape;349;p32">
            <a:extLst>
              <a:ext uri="{FF2B5EF4-FFF2-40B4-BE49-F238E27FC236}">
                <a16:creationId xmlns:a16="http://schemas.microsoft.com/office/drawing/2014/main" id="{BC6A90BD-8839-D628-05EE-892D8657FDFC}"/>
              </a:ext>
            </a:extLst>
          </p:cNvPr>
          <p:cNvGrpSpPr/>
          <p:nvPr/>
        </p:nvGrpSpPr>
        <p:grpSpPr>
          <a:xfrm>
            <a:off x="228598" y="281400"/>
            <a:ext cx="8686804" cy="123000"/>
            <a:chOff x="228598" y="281400"/>
            <a:chExt cx="8686804" cy="123000"/>
          </a:xfrm>
        </p:grpSpPr>
        <p:sp>
          <p:nvSpPr>
            <p:cNvPr id="350" name="Google Shape;350;p32">
              <a:extLst>
                <a:ext uri="{FF2B5EF4-FFF2-40B4-BE49-F238E27FC236}">
                  <a16:creationId xmlns:a16="http://schemas.microsoft.com/office/drawing/2014/main" id="{04575D3B-B570-038B-0BE4-6CAC67AE0A09}"/>
                </a:ext>
              </a:extLst>
            </p:cNvPr>
            <p:cNvSpPr txBox="1"/>
            <p:nvPr/>
          </p:nvSpPr>
          <p:spPr>
            <a:xfrm>
              <a:off x="4071900" y="281400"/>
              <a:ext cx="10002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Liudvikas Kadys</a:t>
              </a:r>
              <a:endParaRPr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1" name="Google Shape;351;p32">
              <a:extLst>
                <a:ext uri="{FF2B5EF4-FFF2-40B4-BE49-F238E27FC236}">
                  <a16:creationId xmlns:a16="http://schemas.microsoft.com/office/drawing/2014/main" id="{8A99E103-9269-75D7-8CC7-841DDC44C94C}"/>
                </a:ext>
              </a:extLst>
            </p:cNvPr>
            <p:cNvSpPr txBox="1"/>
            <p:nvPr/>
          </p:nvSpPr>
          <p:spPr>
            <a:xfrm>
              <a:off x="7282543" y="281400"/>
              <a:ext cx="1632859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Kristijonas </a:t>
              </a:r>
              <a:r>
                <a:rPr lang="en-GB" sz="800" b="1" dirty="0" err="1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Bukavickas</a:t>
              </a:r>
              <a:endParaRPr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2" name="Google Shape;352;p32">
              <a:extLst>
                <a:ext uri="{FF2B5EF4-FFF2-40B4-BE49-F238E27FC236}">
                  <a16:creationId xmlns:a16="http://schemas.microsoft.com/office/drawing/2014/main" id="{250F7ED4-7462-9235-EFCD-F47BE84046AC}"/>
                </a:ext>
              </a:extLst>
            </p:cNvPr>
            <p:cNvSpPr txBox="1"/>
            <p:nvPr/>
          </p:nvSpPr>
          <p:spPr>
            <a:xfrm>
              <a:off x="228598" y="281400"/>
              <a:ext cx="10518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Nedas Miliūnas</a:t>
              </a:r>
              <a:endParaRPr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353" name="Google Shape;353;p32">
            <a:extLst>
              <a:ext uri="{FF2B5EF4-FFF2-40B4-BE49-F238E27FC236}">
                <a16:creationId xmlns:a16="http://schemas.microsoft.com/office/drawing/2014/main" id="{D827E634-7AC8-CD07-0F61-D3C9EE96C287}"/>
              </a:ext>
            </a:extLst>
          </p:cNvPr>
          <p:cNvSpPr txBox="1"/>
          <p:nvPr/>
        </p:nvSpPr>
        <p:spPr>
          <a:xfrm rot="-5400000">
            <a:off x="1627650" y="2234500"/>
            <a:ext cx="2578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r"/>
            <a:r>
              <a:rPr lang="en-GB"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&lt;</a:t>
            </a:r>
            <a:r>
              <a:rPr lang="en-GB" sz="800" b="1" dirty="0" err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github.com</a:t>
            </a:r>
            <a:r>
              <a:rPr lang="en-GB"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/Rencikas/techas_2025&gt;</a:t>
            </a:r>
          </a:p>
        </p:txBody>
      </p:sp>
    </p:spTree>
    <p:extLst>
      <p:ext uri="{BB962C8B-B14F-4D97-AF65-F5344CB8AC3E}">
        <p14:creationId xmlns:p14="http://schemas.microsoft.com/office/powerpoint/2010/main" val="3268464186"/>
      </p:ext>
    </p:extLst>
  </p:cSld>
  <p:clrMapOvr>
    <a:masterClrMapping/>
  </p:clrMapOvr>
  <p:transition spd="slow">
    <p:push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>
          <a:extLst>
            <a:ext uri="{FF2B5EF4-FFF2-40B4-BE49-F238E27FC236}">
              <a16:creationId xmlns:a16="http://schemas.microsoft.com/office/drawing/2014/main" id="{19E911DC-90A8-F089-1CF4-6697C3660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3">
            <a:extLst>
              <a:ext uri="{FF2B5EF4-FFF2-40B4-BE49-F238E27FC236}">
                <a16:creationId xmlns:a16="http://schemas.microsoft.com/office/drawing/2014/main" id="{EC271D3B-289A-4235-FF8D-06C854A0AA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599" y="863250"/>
            <a:ext cx="8022771" cy="8771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1100"/>
            </a:pPr>
            <a:r>
              <a:rPr lang="lt-LT" dirty="0" err="1"/>
              <a:t>Admin</a:t>
            </a:r>
            <a:r>
              <a:rPr lang="lt-LT" dirty="0"/>
              <a:t> </a:t>
            </a:r>
            <a:r>
              <a:rPr lang="lt-LT" dirty="0" err="1"/>
              <a:t>panel</a:t>
            </a:r>
            <a:endParaRPr lang="en-GB" dirty="0"/>
          </a:p>
        </p:txBody>
      </p:sp>
      <p:sp>
        <p:nvSpPr>
          <p:cNvPr id="359" name="Google Shape;359;p33">
            <a:extLst>
              <a:ext uri="{FF2B5EF4-FFF2-40B4-BE49-F238E27FC236}">
                <a16:creationId xmlns:a16="http://schemas.microsoft.com/office/drawing/2014/main" id="{DD4D4218-35A2-02E9-DC7C-45FC8FE7F33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4802" y="2286201"/>
            <a:ext cx="8610600" cy="24000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lt-LT" sz="1800" b="1" dirty="0"/>
              <a:t>Administratoriaus paskyra (operacija „5“) suteikia prieigą </a:t>
            </a:r>
          </a:p>
          <a:p>
            <a:pPr>
              <a:lnSpc>
                <a:spcPct val="150000"/>
              </a:lnSpc>
            </a:pPr>
            <a:r>
              <a:rPr lang="lt-LT" sz="1800" b="1" dirty="0"/>
              <a:t>prie papildomų valdymo funkcijų:</a:t>
            </a:r>
          </a:p>
          <a:p>
            <a:pPr>
              <a:lnSpc>
                <a:spcPct val="150000"/>
              </a:lnSpc>
            </a:pPr>
            <a:endParaRPr lang="lt-LT" sz="1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lt-LT" sz="1400" dirty="0"/>
              <a:t>Peržiūrėti visų sistemos darbuotojų (</a:t>
            </a:r>
            <a:r>
              <a:rPr lang="lt-LT" sz="1400" dirty="0" err="1"/>
              <a:t>User</a:t>
            </a:r>
            <a:r>
              <a:rPr lang="lt-LT" sz="1400" dirty="0"/>
              <a:t> paskyrų) informaciją.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lt-LT" sz="1400" dirty="0"/>
              <a:t>Registruoti naujas paskyras ar pašalinti esamas.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lt-LT" sz="1400" dirty="0"/>
              <a:t>Tai suteikia pilną kontrolę administratoriui ir užtikrina sistemos priežiūrą.</a:t>
            </a:r>
          </a:p>
          <a:p>
            <a:pPr marL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cxnSp>
        <p:nvCxnSpPr>
          <p:cNvPr id="360" name="Google Shape;360;p33">
            <a:extLst>
              <a:ext uri="{FF2B5EF4-FFF2-40B4-BE49-F238E27FC236}">
                <a16:creationId xmlns:a16="http://schemas.microsoft.com/office/drawing/2014/main" id="{61736E62-6DAF-C107-5205-EAC3E8D3CDAE}"/>
              </a:ext>
            </a:extLst>
          </p:cNvPr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61" name="Google Shape;361;p33">
            <a:extLst>
              <a:ext uri="{FF2B5EF4-FFF2-40B4-BE49-F238E27FC236}">
                <a16:creationId xmlns:a16="http://schemas.microsoft.com/office/drawing/2014/main" id="{8B2C8703-A838-461D-575D-C4A2D6CD1BB9}"/>
              </a:ext>
            </a:extLst>
          </p:cNvPr>
          <p:cNvGrpSpPr/>
          <p:nvPr/>
        </p:nvGrpSpPr>
        <p:grpSpPr>
          <a:xfrm>
            <a:off x="228598" y="281400"/>
            <a:ext cx="8686804" cy="123000"/>
            <a:chOff x="228598" y="281400"/>
            <a:chExt cx="8686804" cy="123000"/>
          </a:xfrm>
        </p:grpSpPr>
        <p:sp>
          <p:nvSpPr>
            <p:cNvPr id="362" name="Google Shape;362;p33">
              <a:extLst>
                <a:ext uri="{FF2B5EF4-FFF2-40B4-BE49-F238E27FC236}">
                  <a16:creationId xmlns:a16="http://schemas.microsoft.com/office/drawing/2014/main" id="{008E5B29-22B0-812E-703C-9B9D8BE9193A}"/>
                </a:ext>
              </a:extLst>
            </p:cNvPr>
            <p:cNvSpPr txBox="1"/>
            <p:nvPr/>
          </p:nvSpPr>
          <p:spPr>
            <a:xfrm>
              <a:off x="4071900" y="281400"/>
              <a:ext cx="10002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Liudvikas Kadys</a:t>
              </a:r>
              <a:endParaRPr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63" name="Google Shape;363;p33">
              <a:extLst>
                <a:ext uri="{FF2B5EF4-FFF2-40B4-BE49-F238E27FC236}">
                  <a16:creationId xmlns:a16="http://schemas.microsoft.com/office/drawing/2014/main" id="{04D41C9D-391B-ECA2-92FC-A03F6C0BE322}"/>
                </a:ext>
              </a:extLst>
            </p:cNvPr>
            <p:cNvSpPr txBox="1"/>
            <p:nvPr/>
          </p:nvSpPr>
          <p:spPr>
            <a:xfrm>
              <a:off x="7434943" y="281400"/>
              <a:ext cx="1480459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Kristijonas </a:t>
              </a:r>
              <a:r>
                <a:rPr lang="en-GB" sz="800" b="1" dirty="0" err="1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Bukavickas</a:t>
              </a:r>
              <a:endParaRPr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64" name="Google Shape;364;p33">
              <a:extLst>
                <a:ext uri="{FF2B5EF4-FFF2-40B4-BE49-F238E27FC236}">
                  <a16:creationId xmlns:a16="http://schemas.microsoft.com/office/drawing/2014/main" id="{49437163-4414-1AE0-603C-BE81D79CCE4D}"/>
                </a:ext>
              </a:extLst>
            </p:cNvPr>
            <p:cNvSpPr txBox="1"/>
            <p:nvPr/>
          </p:nvSpPr>
          <p:spPr>
            <a:xfrm>
              <a:off x="228598" y="281400"/>
              <a:ext cx="10518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Nedas Miliūnas</a:t>
              </a:r>
              <a:endParaRPr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8249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black background&#10;&#10;AI-generated content may be incorrect.">
            <a:extLst>
              <a:ext uri="{FF2B5EF4-FFF2-40B4-BE49-F238E27FC236}">
                <a16:creationId xmlns:a16="http://schemas.microsoft.com/office/drawing/2014/main" id="{5A738E5A-3FEA-11BD-0007-BC2FEB7FBD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63" b="97511" l="3059" r="96824">
                        <a14:foregroundMark x1="9176" y1="9270" x2="9176" y2="24635"/>
                        <a14:foregroundMark x1="4588" y1="2575" x2="39529" y2="12361"/>
                        <a14:foregroundMark x1="39529" y1="12361" x2="50000" y2="18455"/>
                        <a14:foregroundMark x1="50000" y1="18455" x2="42471" y2="45923"/>
                        <a14:foregroundMark x1="42471" y1="45923" x2="50941" y2="53133"/>
                        <a14:foregroundMark x1="50941" y1="53133" x2="40588" y2="58627"/>
                        <a14:foregroundMark x1="40588" y1="58627" x2="18353" y2="61116"/>
                        <a14:foregroundMark x1="18353" y1="61116" x2="9765" y2="53991"/>
                        <a14:foregroundMark x1="9765" y1="53991" x2="7647" y2="4034"/>
                        <a14:foregroundMark x1="11765" y1="3004" x2="42118" y2="6695"/>
                        <a14:foregroundMark x1="42118" y1="6695" x2="70235" y2="3004"/>
                        <a14:foregroundMark x1="70235" y1="3004" x2="83882" y2="3262"/>
                        <a14:foregroundMark x1="83882" y1="3262" x2="95647" y2="8069"/>
                        <a14:foregroundMark x1="95647" y1="8069" x2="96235" y2="86266"/>
                        <a14:foregroundMark x1="96235" y1="86266" x2="92588" y2="96567"/>
                        <a14:foregroundMark x1="92588" y1="96567" x2="63647" y2="99399"/>
                        <a14:foregroundMark x1="63647" y1="99399" x2="14706" y2="96738"/>
                        <a14:foregroundMark x1="14706" y1="96738" x2="7059" y2="87039"/>
                        <a14:foregroundMark x1="7059" y1="87039" x2="3294" y2="45236"/>
                        <a14:foregroundMark x1="3294" y1="45236" x2="3647" y2="44635"/>
                        <a14:foregroundMark x1="6588" y1="90386" x2="20118" y2="97940"/>
                        <a14:foregroundMark x1="20118" y1="97940" x2="33412" y2="97940"/>
                        <a14:foregroundMark x1="33412" y1="97940" x2="93412" y2="95708"/>
                        <a14:foregroundMark x1="93412" y1="95708" x2="93059" y2="4292"/>
                        <a14:foregroundMark x1="84706" y1="4979" x2="60118" y2="6781"/>
                        <a14:foregroundMark x1="60118" y1="6781" x2="47529" y2="12189"/>
                        <a14:foregroundMark x1="47529" y1="12189" x2="56588" y2="21373"/>
                        <a14:foregroundMark x1="56588" y1="21373" x2="78824" y2="22747"/>
                        <a14:foregroundMark x1="78824" y1="22747" x2="80235" y2="33648"/>
                        <a14:foregroundMark x1="80235" y1="33648" x2="64353" y2="46524"/>
                        <a14:foregroundMark x1="64353" y1="46524" x2="53059" y2="51416"/>
                        <a14:foregroundMark x1="53059" y1="51416" x2="62941" y2="61888"/>
                        <a14:foregroundMark x1="62941" y1="61888" x2="65529" y2="41803"/>
                        <a14:foregroundMark x1="65529" y1="41803" x2="47765" y2="94678"/>
                        <a14:foregroundMark x1="47765" y1="94678" x2="78353" y2="85751"/>
                        <a14:foregroundMark x1="78353" y1="85751" x2="86941" y2="64378"/>
                        <a14:foregroundMark x1="86941" y1="64378" x2="86824" y2="52790"/>
                        <a14:foregroundMark x1="86824" y1="52790" x2="88118" y2="62918"/>
                        <a14:foregroundMark x1="88118" y1="62918" x2="73529" y2="54764"/>
                        <a14:foregroundMark x1="73529" y1="54764" x2="71176" y2="35708"/>
                        <a14:foregroundMark x1="71176" y1="35708" x2="82353" y2="43004"/>
                        <a14:foregroundMark x1="82353" y1="43004" x2="91529" y2="9356"/>
                        <a14:foregroundMark x1="91529" y1="9356" x2="70353" y2="16137"/>
                        <a14:foregroundMark x1="70353" y1="16137" x2="68824" y2="20515"/>
                        <a14:foregroundMark x1="66706" y1="14249" x2="50235" y2="15451"/>
                        <a14:foregroundMark x1="50235" y1="15451" x2="63647" y2="14077"/>
                        <a14:foregroundMark x1="63647" y1="14077" x2="45529" y2="12704"/>
                        <a14:foregroundMark x1="45529" y1="12704" x2="48706" y2="13906"/>
                        <a14:foregroundMark x1="68471" y1="77768" x2="40235" y2="74850"/>
                        <a14:foregroundMark x1="40235" y1="74850" x2="71176" y2="72532"/>
                        <a14:foregroundMark x1="71176" y1="72532" x2="59765" y2="76996"/>
                        <a14:foregroundMark x1="59765" y1="76996" x2="55529" y2="82232"/>
                        <a14:foregroundMark x1="96941" y1="6867" x2="95882" y2="31845"/>
                        <a14:foregroundMark x1="54471" y1="97253" x2="65882" y2="97511"/>
                        <a14:backgroundMark x1="2353" y1="1631" x2="588" y2="343"/>
                        <a14:backgroundMark x1="2941" y1="858" x2="0" y2="3948"/>
                        <a14:backgroundMark x1="3882" y1="1974" x2="2588" y2="1717"/>
                        <a14:backgroundMark x1="824" y1="22146" x2="706" y2="3176"/>
                        <a14:backgroundMark x1="706" y1="31245" x2="706" y2="31245"/>
                        <a14:backgroundMark x1="471" y1="38112" x2="235" y2="22060"/>
                        <a14:backgroundMark x1="235" y1="56052" x2="1412" y2="36910"/>
                        <a14:backgroundMark x1="706" y1="54335" x2="1059" y2="93305"/>
                        <a14:backgroundMark x1="588" y1="93648" x2="2706" y2="99056"/>
                        <a14:backgroundMark x1="99176" y1="97854" x2="88471" y2="99657"/>
                        <a14:backgroundMark x1="90353" y1="99657" x2="78000" y2="999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93239" y="238167"/>
            <a:ext cx="3408153" cy="46671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5BD97F-029B-6E4B-B52E-92BDF8FF952E}"/>
              </a:ext>
            </a:extLst>
          </p:cNvPr>
          <p:cNvSpPr txBox="1"/>
          <p:nvPr/>
        </p:nvSpPr>
        <p:spPr>
          <a:xfrm>
            <a:off x="301698" y="470264"/>
            <a:ext cx="42703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T" sz="4500" b="1" dirty="0">
                <a:solidFill>
                  <a:schemeClr val="tx1"/>
                </a:solidFill>
              </a:rPr>
              <a:t>Darbų Pasiskirstimas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48892A-6D72-416C-3694-7AC0CD66D9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53118" y="2058623"/>
            <a:ext cx="4118882" cy="274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989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8" name="Google Shape;468;p41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69" name="Google Shape;469;p41"/>
          <p:cNvGrpSpPr/>
          <p:nvPr/>
        </p:nvGrpSpPr>
        <p:grpSpPr>
          <a:xfrm>
            <a:off x="228598" y="281400"/>
            <a:ext cx="8686804" cy="123000"/>
            <a:chOff x="228598" y="281400"/>
            <a:chExt cx="8686804" cy="123000"/>
          </a:xfrm>
        </p:grpSpPr>
        <p:sp>
          <p:nvSpPr>
            <p:cNvPr id="470" name="Google Shape;470;p41"/>
            <p:cNvSpPr txBox="1"/>
            <p:nvPr/>
          </p:nvSpPr>
          <p:spPr>
            <a:xfrm>
              <a:off x="4071900" y="281400"/>
              <a:ext cx="10002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Liudvikas Kadys</a:t>
              </a:r>
              <a:endParaRPr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71" name="Google Shape;471;p41"/>
            <p:cNvSpPr txBox="1"/>
            <p:nvPr/>
          </p:nvSpPr>
          <p:spPr>
            <a:xfrm>
              <a:off x="7522029" y="281400"/>
              <a:ext cx="1393373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Kristijonas </a:t>
              </a:r>
              <a:r>
                <a:rPr lang="en-GB" sz="800" b="1" dirty="0" err="1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Bukavickas</a:t>
              </a:r>
              <a:endParaRPr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72" name="Google Shape;472;p41"/>
            <p:cNvSpPr txBox="1"/>
            <p:nvPr/>
          </p:nvSpPr>
          <p:spPr>
            <a:xfrm>
              <a:off x="228598" y="281400"/>
              <a:ext cx="10518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Nedas Miliūnas</a:t>
              </a:r>
              <a:endParaRPr sz="8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473" name="Google Shape;473;p41"/>
          <p:cNvSpPr txBox="1">
            <a:spLocks noGrp="1"/>
          </p:cNvSpPr>
          <p:nvPr>
            <p:ph type="title"/>
          </p:nvPr>
        </p:nvSpPr>
        <p:spPr>
          <a:xfrm>
            <a:off x="228598" y="753428"/>
            <a:ext cx="4843502" cy="410866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Nedas</a:t>
            </a:r>
            <a:br>
              <a:rPr lang="en" sz="6000" dirty="0"/>
            </a:br>
            <a:r>
              <a:rPr lang="en" sz="6000" dirty="0"/>
              <a:t>Kristijonas</a:t>
            </a:r>
            <a:br>
              <a:rPr lang="en" sz="6000" dirty="0"/>
            </a:br>
            <a:r>
              <a:rPr lang="en" sz="6000" dirty="0"/>
              <a:t>Liudvikas</a:t>
            </a:r>
            <a:endParaRPr sz="6000" dirty="0"/>
          </a:p>
        </p:txBody>
      </p:sp>
      <p:sp>
        <p:nvSpPr>
          <p:cNvPr id="475" name="Google Shape;475;p41"/>
          <p:cNvSpPr txBox="1"/>
          <p:nvPr/>
        </p:nvSpPr>
        <p:spPr>
          <a:xfrm>
            <a:off x="6113975" y="4761000"/>
            <a:ext cx="26583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r"/>
            <a:r>
              <a:rPr lang="en-GB" sz="10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&lt;</a:t>
            </a:r>
            <a:r>
              <a:rPr lang="en-GB" sz="1000" b="1" dirty="0" err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github.com</a:t>
            </a:r>
            <a:r>
              <a:rPr lang="en-GB" sz="10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/Rencikas/techas_2025&gt;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7A01D2-033C-1AD1-F5B6-C5F753AC72A7}"/>
              </a:ext>
            </a:extLst>
          </p:cNvPr>
          <p:cNvSpPr/>
          <p:nvPr/>
        </p:nvSpPr>
        <p:spPr>
          <a:xfrm>
            <a:off x="4726454" y="3688500"/>
            <a:ext cx="4188947" cy="914400"/>
          </a:xfrm>
          <a:prstGeom prst="rect">
            <a:avLst/>
          </a:prstGeom>
          <a:solidFill>
            <a:srgbClr val="090E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pic>
        <p:nvPicPr>
          <p:cNvPr id="9" name="Picture 8" descr="A close-up of a keyboard&#10;&#10;AI-generated content may be incorrect.">
            <a:extLst>
              <a:ext uri="{FF2B5EF4-FFF2-40B4-BE49-F238E27FC236}">
                <a16:creationId xmlns:a16="http://schemas.microsoft.com/office/drawing/2014/main" id="{7DBF1570-26DD-69FC-0138-AD793E75BE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726454" y="859999"/>
            <a:ext cx="4188947" cy="33337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astering Code by Slidesgo">
  <a:themeElements>
    <a:clrScheme name="Simple Light">
      <a:dk1>
        <a:srgbClr val="FFFFFF"/>
      </a:dk1>
      <a:lt1>
        <a:srgbClr val="0A0E14"/>
      </a:lt1>
      <a:dk2>
        <a:srgbClr val="FFFFFF"/>
      </a:dk2>
      <a:lt2>
        <a:srgbClr val="00E8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539</Words>
  <Application>Microsoft Macintosh PowerPoint</Application>
  <PresentationFormat>On-screen Show (16:9)</PresentationFormat>
  <Paragraphs>124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Space Grotesk</vt:lpstr>
      <vt:lpstr>Roboto</vt:lpstr>
      <vt:lpstr>IBM Plex Mono</vt:lpstr>
      <vt:lpstr>Space Grotesk Light</vt:lpstr>
      <vt:lpstr>IBM Plex Mono SemiBold</vt:lpstr>
      <vt:lpstr>Arial</vt:lpstr>
      <vt:lpstr>Darker Grotesque SemiBold</vt:lpstr>
      <vt:lpstr>Lato</vt:lpstr>
      <vt:lpstr>Mastering Code by Slidesgo</vt:lpstr>
      <vt:lpstr>Automobilių techninės apžiūros registras</vt:lpstr>
      <vt:lpstr>Trumpai </vt:lpstr>
      <vt:lpstr>Log-In Sistema</vt:lpstr>
      <vt:lpstr>Log-In Sistema</vt:lpstr>
      <vt:lpstr>Auto registravimas</vt:lpstr>
      <vt:lpstr>Auto registravimas</vt:lpstr>
      <vt:lpstr>Duomenų bazė</vt:lpstr>
      <vt:lpstr>Duomenų bazė</vt:lpstr>
      <vt:lpstr>Filtravimo Sistema</vt:lpstr>
      <vt:lpstr>Filtravimo Sistema</vt:lpstr>
      <vt:lpstr>Valdymas</vt:lpstr>
      <vt:lpstr>Valdymas</vt:lpstr>
      <vt:lpstr>Admin panel</vt:lpstr>
      <vt:lpstr>Admin panel</vt:lpstr>
      <vt:lpstr>PowerPoint Presentation</vt:lpstr>
      <vt:lpstr>Nedas Kristijonas Liudvikas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Nedas Miliūnas</cp:lastModifiedBy>
  <cp:revision>3</cp:revision>
  <dcterms:modified xsi:type="dcterms:W3CDTF">2025-11-20T10:30:39Z</dcterms:modified>
</cp:coreProperties>
</file>